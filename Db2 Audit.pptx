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7" r:id="rId2"/>
    <p:sldId id="258" r:id="rId3"/>
    <p:sldId id="279" r:id="rId4"/>
    <p:sldId id="280" r:id="rId5"/>
    <p:sldId id="281" r:id="rId6"/>
    <p:sldId id="282" r:id="rId7"/>
    <p:sldId id="283" r:id="rId8"/>
    <p:sldId id="284" r:id="rId9"/>
    <p:sldId id="285" r:id="rId10"/>
    <p:sldId id="286" r:id="rId11"/>
    <p:sldId id="287" r:id="rId12"/>
    <p:sldId id="290" r:id="rId13"/>
    <p:sldId id="288" r:id="rId14"/>
    <p:sldId id="289" r:id="rId15"/>
    <p:sldId id="278"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452"/>
    <p:restoredTop sz="96310"/>
  </p:normalViewPr>
  <p:slideViewPr>
    <p:cSldViewPr snapToGrid="0" snapToObjects="1">
      <p:cViewPr varScale="1">
        <p:scale>
          <a:sx n="142" d="100"/>
          <a:sy n="142" d="100"/>
        </p:scale>
        <p:origin x="456"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BCFC8AB-D794-B545-AFBA-C7C5C1296D45}" type="datetimeFigureOut">
              <a:rPr lang="en-US" smtClean="0"/>
              <a:t>5/12/26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3EFA3F8-0CA9-1343-A91B-A68DE8C280BB}" type="slidenum">
              <a:rPr lang="en-US" smtClean="0"/>
              <a:t>‹#›</a:t>
            </a:fld>
            <a:endParaRPr lang="en-US"/>
          </a:p>
        </p:txBody>
      </p:sp>
    </p:spTree>
    <p:extLst>
      <p:ext uri="{BB962C8B-B14F-4D97-AF65-F5344CB8AC3E}">
        <p14:creationId xmlns:p14="http://schemas.microsoft.com/office/powerpoint/2010/main" val="23067640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Image Placeholder 4">
            <a:extLst>
              <a:ext uri="{FF2B5EF4-FFF2-40B4-BE49-F238E27FC236}">
                <a16:creationId xmlns:a16="http://schemas.microsoft.com/office/drawing/2014/main" id="{C4F3DABF-E971-48EE-A9FA-C0732D150819}"/>
              </a:ext>
            </a:extLst>
          </p:cNvPr>
          <p:cNvSpPr>
            <a:spLocks noGrp="1" noRot="1" noChangeAspect="1"/>
          </p:cNvSpPr>
          <p:nvPr>
            <p:ph type="sldImg"/>
          </p:nvPr>
        </p:nvSpPr>
        <p:spPr/>
      </p:sp>
      <p:sp>
        <p:nvSpPr>
          <p:cNvPr id="6" name="Notes Placeholder 5">
            <a:extLst>
              <a:ext uri="{FF2B5EF4-FFF2-40B4-BE49-F238E27FC236}">
                <a16:creationId xmlns:a16="http://schemas.microsoft.com/office/drawing/2014/main" id="{53DA74A3-C0DB-4A35-B10C-4B67D7F1F20E}"/>
              </a:ext>
            </a:extLst>
          </p:cNvPr>
          <p:cNvSpPr>
            <a:spLocks noGrp="1"/>
          </p:cNvSpPr>
          <p:nvPr>
            <p:ph type="body" sz="quarter" idx="3"/>
          </p:nvPr>
        </p:nvSpPr>
        <p:spPr/>
        <p:txBody>
          <a:bodyPr/>
          <a:lstStyle/>
          <a:p>
            <a:endParaRPr lang="en-US" dirty="0"/>
          </a:p>
        </p:txBody>
      </p:sp>
      <p:sp>
        <p:nvSpPr>
          <p:cNvPr id="2" name="Footer Placeholder 1">
            <a:extLst>
              <a:ext uri="{FF2B5EF4-FFF2-40B4-BE49-F238E27FC236}">
                <a16:creationId xmlns:a16="http://schemas.microsoft.com/office/drawing/2014/main" id="{B1422721-F90F-4339-949E-FE212E85430E}"/>
              </a:ext>
            </a:extLst>
          </p:cNvPr>
          <p:cNvSpPr>
            <a:spLocks noGrp="1"/>
          </p:cNvSpPr>
          <p:nvPr>
            <p:ph type="ftr" sz="quarter" idx="4"/>
          </p:nvPr>
        </p:nvSpPr>
        <p:spPr/>
        <p:txBody>
          <a:bodyPr/>
          <a:lstStyle/>
          <a:p>
            <a:r>
              <a:rPr lang="en-US"/>
              <a:t>© Copyright IBM Corporation 2009, 2020</a:t>
            </a:r>
          </a:p>
        </p:txBody>
      </p:sp>
    </p:spTree>
    <p:extLst>
      <p:ext uri="{BB962C8B-B14F-4D97-AF65-F5344CB8AC3E}">
        <p14:creationId xmlns:p14="http://schemas.microsoft.com/office/powerpoint/2010/main" val="35326672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Image Placeholder 4">
            <a:extLst>
              <a:ext uri="{FF2B5EF4-FFF2-40B4-BE49-F238E27FC236}">
                <a16:creationId xmlns:a16="http://schemas.microsoft.com/office/drawing/2014/main" id="{C4F3DABF-E971-48EE-A9FA-C0732D150819}"/>
              </a:ext>
            </a:extLst>
          </p:cNvPr>
          <p:cNvSpPr>
            <a:spLocks noGrp="1" noRot="1" noChangeAspect="1"/>
          </p:cNvSpPr>
          <p:nvPr>
            <p:ph type="sldImg"/>
          </p:nvPr>
        </p:nvSpPr>
        <p:spPr/>
      </p:sp>
      <p:sp>
        <p:nvSpPr>
          <p:cNvPr id="6" name="Notes Placeholder 5">
            <a:extLst>
              <a:ext uri="{FF2B5EF4-FFF2-40B4-BE49-F238E27FC236}">
                <a16:creationId xmlns:a16="http://schemas.microsoft.com/office/drawing/2014/main" id="{53DA74A3-C0DB-4A35-B10C-4B67D7F1F20E}"/>
              </a:ext>
            </a:extLst>
          </p:cNvPr>
          <p:cNvSpPr>
            <a:spLocks noGrp="1"/>
          </p:cNvSpPr>
          <p:nvPr>
            <p:ph type="body" sz="quarter" idx="3"/>
          </p:nvPr>
        </p:nvSpPr>
        <p:spPr/>
        <p:txBody>
          <a:bodyPr/>
          <a:lstStyle/>
          <a:p>
            <a:endParaRPr lang="en-US" dirty="0"/>
          </a:p>
        </p:txBody>
      </p:sp>
      <p:sp>
        <p:nvSpPr>
          <p:cNvPr id="2" name="Footer Placeholder 1">
            <a:extLst>
              <a:ext uri="{FF2B5EF4-FFF2-40B4-BE49-F238E27FC236}">
                <a16:creationId xmlns:a16="http://schemas.microsoft.com/office/drawing/2014/main" id="{B1422721-F90F-4339-949E-FE212E85430E}"/>
              </a:ext>
            </a:extLst>
          </p:cNvPr>
          <p:cNvSpPr>
            <a:spLocks noGrp="1"/>
          </p:cNvSpPr>
          <p:nvPr>
            <p:ph type="ftr" sz="quarter" idx="4"/>
          </p:nvPr>
        </p:nvSpPr>
        <p:spPr/>
        <p:txBody>
          <a:bodyPr/>
          <a:lstStyle/>
          <a:p>
            <a:r>
              <a:rPr lang="en-US"/>
              <a:t>© Copyright IBM Corporation 2009, 2020</a:t>
            </a:r>
          </a:p>
        </p:txBody>
      </p:sp>
    </p:spTree>
    <p:extLst>
      <p:ext uri="{BB962C8B-B14F-4D97-AF65-F5344CB8AC3E}">
        <p14:creationId xmlns:p14="http://schemas.microsoft.com/office/powerpoint/2010/main" val="40041640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1906F5-ACE8-38E1-28C5-B85372106272}"/>
            </a:ext>
          </a:extLst>
        </p:cNvPr>
        <p:cNvGrpSpPr/>
        <p:nvPr/>
      </p:nvGrpSpPr>
      <p:grpSpPr>
        <a:xfrm>
          <a:off x="0" y="0"/>
          <a:ext cx="0" cy="0"/>
          <a:chOff x="0" y="0"/>
          <a:chExt cx="0" cy="0"/>
        </a:xfrm>
      </p:grpSpPr>
      <p:sp>
        <p:nvSpPr>
          <p:cNvPr id="5" name="Slide Image Placeholder 4">
            <a:extLst>
              <a:ext uri="{FF2B5EF4-FFF2-40B4-BE49-F238E27FC236}">
                <a16:creationId xmlns:a16="http://schemas.microsoft.com/office/drawing/2014/main" id="{BAA61D0C-E44B-BB12-44BF-C6A70DEDFDCF}"/>
              </a:ext>
            </a:extLst>
          </p:cNvPr>
          <p:cNvSpPr>
            <a:spLocks noGrp="1" noRot="1" noChangeAspect="1"/>
          </p:cNvSpPr>
          <p:nvPr>
            <p:ph type="sldImg"/>
          </p:nvPr>
        </p:nvSpPr>
        <p:spPr/>
      </p:sp>
      <p:sp>
        <p:nvSpPr>
          <p:cNvPr id="6" name="Notes Placeholder 5">
            <a:extLst>
              <a:ext uri="{FF2B5EF4-FFF2-40B4-BE49-F238E27FC236}">
                <a16:creationId xmlns:a16="http://schemas.microsoft.com/office/drawing/2014/main" id="{7BC9022A-A923-3A1B-2482-ECF2B501072B}"/>
              </a:ext>
            </a:extLst>
          </p:cNvPr>
          <p:cNvSpPr>
            <a:spLocks noGrp="1"/>
          </p:cNvSpPr>
          <p:nvPr>
            <p:ph type="body" sz="quarter" idx="3"/>
          </p:nvPr>
        </p:nvSpPr>
        <p:spPr/>
        <p:txBody>
          <a:bodyPr/>
          <a:lstStyle/>
          <a:p>
            <a:endParaRPr lang="en-US" dirty="0"/>
          </a:p>
        </p:txBody>
      </p:sp>
      <p:sp>
        <p:nvSpPr>
          <p:cNvPr id="2" name="Footer Placeholder 1">
            <a:extLst>
              <a:ext uri="{FF2B5EF4-FFF2-40B4-BE49-F238E27FC236}">
                <a16:creationId xmlns:a16="http://schemas.microsoft.com/office/drawing/2014/main" id="{2C116019-2D54-433F-8EF4-6F50E46ED60A}"/>
              </a:ext>
            </a:extLst>
          </p:cNvPr>
          <p:cNvSpPr>
            <a:spLocks noGrp="1"/>
          </p:cNvSpPr>
          <p:nvPr>
            <p:ph type="ftr"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t>© Copyright IBM Corporation 2009, 2020</a:t>
            </a:r>
          </a:p>
        </p:txBody>
      </p:sp>
    </p:spTree>
    <p:extLst>
      <p:ext uri="{BB962C8B-B14F-4D97-AF65-F5344CB8AC3E}">
        <p14:creationId xmlns:p14="http://schemas.microsoft.com/office/powerpoint/2010/main" val="8966689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0E42C5-B673-AAEB-AAE0-D5BE8C13AD51}"/>
            </a:ext>
          </a:extLst>
        </p:cNvPr>
        <p:cNvGrpSpPr/>
        <p:nvPr/>
      </p:nvGrpSpPr>
      <p:grpSpPr>
        <a:xfrm>
          <a:off x="0" y="0"/>
          <a:ext cx="0" cy="0"/>
          <a:chOff x="0" y="0"/>
          <a:chExt cx="0" cy="0"/>
        </a:xfrm>
      </p:grpSpPr>
      <p:sp>
        <p:nvSpPr>
          <p:cNvPr id="5" name="Slide Image Placeholder 4">
            <a:extLst>
              <a:ext uri="{FF2B5EF4-FFF2-40B4-BE49-F238E27FC236}">
                <a16:creationId xmlns:a16="http://schemas.microsoft.com/office/drawing/2014/main" id="{1CFF48EB-BC55-6728-738E-DB5612344698}"/>
              </a:ext>
            </a:extLst>
          </p:cNvPr>
          <p:cNvSpPr>
            <a:spLocks noGrp="1" noRot="1" noChangeAspect="1"/>
          </p:cNvSpPr>
          <p:nvPr>
            <p:ph type="sldImg"/>
          </p:nvPr>
        </p:nvSpPr>
        <p:spPr/>
      </p:sp>
      <p:sp>
        <p:nvSpPr>
          <p:cNvPr id="6" name="Notes Placeholder 5">
            <a:extLst>
              <a:ext uri="{FF2B5EF4-FFF2-40B4-BE49-F238E27FC236}">
                <a16:creationId xmlns:a16="http://schemas.microsoft.com/office/drawing/2014/main" id="{542204E1-9124-6DBF-11F5-0932050CDE6B}"/>
              </a:ext>
            </a:extLst>
          </p:cNvPr>
          <p:cNvSpPr>
            <a:spLocks noGrp="1"/>
          </p:cNvSpPr>
          <p:nvPr>
            <p:ph type="body" sz="quarter" idx="3"/>
          </p:nvPr>
        </p:nvSpPr>
        <p:spPr/>
        <p:txBody>
          <a:bodyPr/>
          <a:lstStyle/>
          <a:p>
            <a:endParaRPr lang="en-US" dirty="0"/>
          </a:p>
        </p:txBody>
      </p:sp>
      <p:sp>
        <p:nvSpPr>
          <p:cNvPr id="2" name="Footer Placeholder 1">
            <a:extLst>
              <a:ext uri="{FF2B5EF4-FFF2-40B4-BE49-F238E27FC236}">
                <a16:creationId xmlns:a16="http://schemas.microsoft.com/office/drawing/2014/main" id="{7D4A023F-A3FC-439F-92A2-209F071AE462}"/>
              </a:ext>
            </a:extLst>
          </p:cNvPr>
          <p:cNvSpPr>
            <a:spLocks noGrp="1"/>
          </p:cNvSpPr>
          <p:nvPr>
            <p:ph type="ftr"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t>© Copyright IBM Corporation 2009, 2020</a:t>
            </a:r>
          </a:p>
        </p:txBody>
      </p:sp>
    </p:spTree>
    <p:extLst>
      <p:ext uri="{BB962C8B-B14F-4D97-AF65-F5344CB8AC3E}">
        <p14:creationId xmlns:p14="http://schemas.microsoft.com/office/powerpoint/2010/main" val="38308194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7407FD-B606-7C29-0EDE-9403DBC1DEE4}"/>
            </a:ext>
          </a:extLst>
        </p:cNvPr>
        <p:cNvGrpSpPr/>
        <p:nvPr/>
      </p:nvGrpSpPr>
      <p:grpSpPr>
        <a:xfrm>
          <a:off x="0" y="0"/>
          <a:ext cx="0" cy="0"/>
          <a:chOff x="0" y="0"/>
          <a:chExt cx="0" cy="0"/>
        </a:xfrm>
      </p:grpSpPr>
      <p:sp>
        <p:nvSpPr>
          <p:cNvPr id="5" name="Slide Image Placeholder 4">
            <a:extLst>
              <a:ext uri="{FF2B5EF4-FFF2-40B4-BE49-F238E27FC236}">
                <a16:creationId xmlns:a16="http://schemas.microsoft.com/office/drawing/2014/main" id="{C25E9511-F644-7C1D-74C4-386B49255881}"/>
              </a:ext>
            </a:extLst>
          </p:cNvPr>
          <p:cNvSpPr>
            <a:spLocks noGrp="1" noRot="1" noChangeAspect="1"/>
          </p:cNvSpPr>
          <p:nvPr>
            <p:ph type="sldImg"/>
          </p:nvPr>
        </p:nvSpPr>
        <p:spPr/>
      </p:sp>
      <p:sp>
        <p:nvSpPr>
          <p:cNvPr id="6" name="Notes Placeholder 5">
            <a:extLst>
              <a:ext uri="{FF2B5EF4-FFF2-40B4-BE49-F238E27FC236}">
                <a16:creationId xmlns:a16="http://schemas.microsoft.com/office/drawing/2014/main" id="{7D9E8C76-0CD8-907E-051A-171C46FA0E51}"/>
              </a:ext>
            </a:extLst>
          </p:cNvPr>
          <p:cNvSpPr>
            <a:spLocks noGrp="1"/>
          </p:cNvSpPr>
          <p:nvPr>
            <p:ph type="body" sz="quarter" idx="3"/>
          </p:nvPr>
        </p:nvSpPr>
        <p:spPr/>
        <p:txBody>
          <a:bodyPr/>
          <a:lstStyle/>
          <a:p>
            <a:endParaRPr lang="en-US" dirty="0"/>
          </a:p>
        </p:txBody>
      </p:sp>
      <p:sp>
        <p:nvSpPr>
          <p:cNvPr id="2" name="Footer Placeholder 1">
            <a:extLst>
              <a:ext uri="{FF2B5EF4-FFF2-40B4-BE49-F238E27FC236}">
                <a16:creationId xmlns:a16="http://schemas.microsoft.com/office/drawing/2014/main" id="{D0728CE8-1F1C-AECB-ADAB-D2009D3D1DD3}"/>
              </a:ext>
            </a:extLst>
          </p:cNvPr>
          <p:cNvSpPr>
            <a:spLocks noGrp="1"/>
          </p:cNvSpPr>
          <p:nvPr>
            <p:ph type="ftr"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t>© Copyright IBM Corporation 2009, 2020</a:t>
            </a:r>
          </a:p>
        </p:txBody>
      </p:sp>
    </p:spTree>
    <p:extLst>
      <p:ext uri="{BB962C8B-B14F-4D97-AF65-F5344CB8AC3E}">
        <p14:creationId xmlns:p14="http://schemas.microsoft.com/office/powerpoint/2010/main" val="7656361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2F33A3-C72D-C8F9-0AE4-B715622F8A0F}"/>
            </a:ext>
          </a:extLst>
        </p:cNvPr>
        <p:cNvGrpSpPr/>
        <p:nvPr/>
      </p:nvGrpSpPr>
      <p:grpSpPr>
        <a:xfrm>
          <a:off x="0" y="0"/>
          <a:ext cx="0" cy="0"/>
          <a:chOff x="0" y="0"/>
          <a:chExt cx="0" cy="0"/>
        </a:xfrm>
      </p:grpSpPr>
      <p:sp>
        <p:nvSpPr>
          <p:cNvPr id="5" name="Slide Image Placeholder 4">
            <a:extLst>
              <a:ext uri="{FF2B5EF4-FFF2-40B4-BE49-F238E27FC236}">
                <a16:creationId xmlns:a16="http://schemas.microsoft.com/office/drawing/2014/main" id="{BAE85C3F-98F1-349F-BFA6-83B4310ECBA0}"/>
              </a:ext>
            </a:extLst>
          </p:cNvPr>
          <p:cNvSpPr>
            <a:spLocks noGrp="1" noRot="1" noChangeAspect="1"/>
          </p:cNvSpPr>
          <p:nvPr>
            <p:ph type="sldImg"/>
          </p:nvPr>
        </p:nvSpPr>
        <p:spPr/>
      </p:sp>
      <p:sp>
        <p:nvSpPr>
          <p:cNvPr id="6" name="Notes Placeholder 5">
            <a:extLst>
              <a:ext uri="{FF2B5EF4-FFF2-40B4-BE49-F238E27FC236}">
                <a16:creationId xmlns:a16="http://schemas.microsoft.com/office/drawing/2014/main" id="{BF913DAF-D5CF-35EB-CB0A-D2B541618BDD}"/>
              </a:ext>
            </a:extLst>
          </p:cNvPr>
          <p:cNvSpPr>
            <a:spLocks noGrp="1"/>
          </p:cNvSpPr>
          <p:nvPr>
            <p:ph type="body" sz="quarter" idx="3"/>
          </p:nvPr>
        </p:nvSpPr>
        <p:spPr/>
        <p:txBody>
          <a:bodyPr/>
          <a:lstStyle/>
          <a:p>
            <a:endParaRPr lang="en-US" dirty="0"/>
          </a:p>
        </p:txBody>
      </p:sp>
      <p:sp>
        <p:nvSpPr>
          <p:cNvPr id="2" name="Footer Placeholder 1">
            <a:extLst>
              <a:ext uri="{FF2B5EF4-FFF2-40B4-BE49-F238E27FC236}">
                <a16:creationId xmlns:a16="http://schemas.microsoft.com/office/drawing/2014/main" id="{ADE8A573-CE5A-7D0E-E0DD-390D82364901}"/>
              </a:ext>
            </a:extLst>
          </p:cNvPr>
          <p:cNvSpPr>
            <a:spLocks noGrp="1"/>
          </p:cNvSpPr>
          <p:nvPr>
            <p:ph type="ftr"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t>© Copyright IBM Corporation 2009, 2020</a:t>
            </a:r>
          </a:p>
        </p:txBody>
      </p:sp>
    </p:spTree>
    <p:extLst>
      <p:ext uri="{BB962C8B-B14F-4D97-AF65-F5344CB8AC3E}">
        <p14:creationId xmlns:p14="http://schemas.microsoft.com/office/powerpoint/2010/main" val="10393001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D5BB06-E670-B8BE-6378-F94E789D3086}"/>
            </a:ext>
          </a:extLst>
        </p:cNvPr>
        <p:cNvGrpSpPr/>
        <p:nvPr/>
      </p:nvGrpSpPr>
      <p:grpSpPr>
        <a:xfrm>
          <a:off x="0" y="0"/>
          <a:ext cx="0" cy="0"/>
          <a:chOff x="0" y="0"/>
          <a:chExt cx="0" cy="0"/>
        </a:xfrm>
      </p:grpSpPr>
      <p:sp>
        <p:nvSpPr>
          <p:cNvPr id="5" name="Slide Image Placeholder 4">
            <a:extLst>
              <a:ext uri="{FF2B5EF4-FFF2-40B4-BE49-F238E27FC236}">
                <a16:creationId xmlns:a16="http://schemas.microsoft.com/office/drawing/2014/main" id="{757F1C99-0973-B8FC-5FC2-56B1562F04F5}"/>
              </a:ext>
            </a:extLst>
          </p:cNvPr>
          <p:cNvSpPr>
            <a:spLocks noGrp="1" noRot="1" noChangeAspect="1"/>
          </p:cNvSpPr>
          <p:nvPr>
            <p:ph type="sldImg"/>
          </p:nvPr>
        </p:nvSpPr>
        <p:spPr/>
      </p:sp>
      <p:sp>
        <p:nvSpPr>
          <p:cNvPr id="6" name="Notes Placeholder 5">
            <a:extLst>
              <a:ext uri="{FF2B5EF4-FFF2-40B4-BE49-F238E27FC236}">
                <a16:creationId xmlns:a16="http://schemas.microsoft.com/office/drawing/2014/main" id="{0CC3EAD5-A39D-F96D-A348-8C854A2AC017}"/>
              </a:ext>
            </a:extLst>
          </p:cNvPr>
          <p:cNvSpPr>
            <a:spLocks noGrp="1"/>
          </p:cNvSpPr>
          <p:nvPr>
            <p:ph type="body" sz="quarter" idx="3"/>
          </p:nvPr>
        </p:nvSpPr>
        <p:spPr/>
        <p:txBody>
          <a:bodyPr/>
          <a:lstStyle/>
          <a:p>
            <a:endParaRPr lang="en-US" dirty="0"/>
          </a:p>
        </p:txBody>
      </p:sp>
      <p:sp>
        <p:nvSpPr>
          <p:cNvPr id="2" name="Footer Placeholder 1">
            <a:extLst>
              <a:ext uri="{FF2B5EF4-FFF2-40B4-BE49-F238E27FC236}">
                <a16:creationId xmlns:a16="http://schemas.microsoft.com/office/drawing/2014/main" id="{1738BD6F-4381-08D0-64AB-5939B220ED14}"/>
              </a:ext>
            </a:extLst>
          </p:cNvPr>
          <p:cNvSpPr>
            <a:spLocks noGrp="1"/>
          </p:cNvSpPr>
          <p:nvPr>
            <p:ph type="ftr"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t>© Copyright IBM Corporation 2009, 2020</a:t>
            </a:r>
          </a:p>
        </p:txBody>
      </p:sp>
    </p:spTree>
    <p:extLst>
      <p:ext uri="{BB962C8B-B14F-4D97-AF65-F5344CB8AC3E}">
        <p14:creationId xmlns:p14="http://schemas.microsoft.com/office/powerpoint/2010/main" val="867407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228D0E-E3C1-B17C-FB83-5EE532F9DFC8}"/>
            </a:ext>
          </a:extLst>
        </p:cNvPr>
        <p:cNvGrpSpPr/>
        <p:nvPr/>
      </p:nvGrpSpPr>
      <p:grpSpPr>
        <a:xfrm>
          <a:off x="0" y="0"/>
          <a:ext cx="0" cy="0"/>
          <a:chOff x="0" y="0"/>
          <a:chExt cx="0" cy="0"/>
        </a:xfrm>
      </p:grpSpPr>
      <p:sp>
        <p:nvSpPr>
          <p:cNvPr id="5" name="Slide Image Placeholder 4">
            <a:extLst>
              <a:ext uri="{FF2B5EF4-FFF2-40B4-BE49-F238E27FC236}">
                <a16:creationId xmlns:a16="http://schemas.microsoft.com/office/drawing/2014/main" id="{A0BA129D-23C5-3AEA-6F9B-E3469E3393D4}"/>
              </a:ext>
            </a:extLst>
          </p:cNvPr>
          <p:cNvSpPr>
            <a:spLocks noGrp="1" noRot="1" noChangeAspect="1"/>
          </p:cNvSpPr>
          <p:nvPr>
            <p:ph type="sldImg"/>
          </p:nvPr>
        </p:nvSpPr>
        <p:spPr/>
      </p:sp>
      <p:sp>
        <p:nvSpPr>
          <p:cNvPr id="6" name="Notes Placeholder 5">
            <a:extLst>
              <a:ext uri="{FF2B5EF4-FFF2-40B4-BE49-F238E27FC236}">
                <a16:creationId xmlns:a16="http://schemas.microsoft.com/office/drawing/2014/main" id="{4C538023-DD09-93D8-BA52-9576EE13C0C1}"/>
              </a:ext>
            </a:extLst>
          </p:cNvPr>
          <p:cNvSpPr>
            <a:spLocks noGrp="1"/>
          </p:cNvSpPr>
          <p:nvPr>
            <p:ph type="body" sz="quarter" idx="3"/>
          </p:nvPr>
        </p:nvSpPr>
        <p:spPr/>
        <p:txBody>
          <a:bodyPr/>
          <a:lstStyle/>
          <a:p>
            <a:endParaRPr lang="en-US" dirty="0"/>
          </a:p>
        </p:txBody>
      </p:sp>
      <p:sp>
        <p:nvSpPr>
          <p:cNvPr id="2" name="Footer Placeholder 1">
            <a:extLst>
              <a:ext uri="{FF2B5EF4-FFF2-40B4-BE49-F238E27FC236}">
                <a16:creationId xmlns:a16="http://schemas.microsoft.com/office/drawing/2014/main" id="{F2284FDC-2F08-907B-28C2-CF39430F05E4}"/>
              </a:ext>
            </a:extLst>
          </p:cNvPr>
          <p:cNvSpPr>
            <a:spLocks noGrp="1"/>
          </p:cNvSpPr>
          <p:nvPr>
            <p:ph type="ftr"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t>© Copyright IBM Corporation 2009, 2020</a:t>
            </a:r>
          </a:p>
        </p:txBody>
      </p:sp>
    </p:spTree>
    <p:extLst>
      <p:ext uri="{BB962C8B-B14F-4D97-AF65-F5344CB8AC3E}">
        <p14:creationId xmlns:p14="http://schemas.microsoft.com/office/powerpoint/2010/main" val="161692248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12A06A-6287-D355-687B-1FA5F9229AA2}"/>
            </a:ext>
          </a:extLst>
        </p:cNvPr>
        <p:cNvGrpSpPr/>
        <p:nvPr/>
      </p:nvGrpSpPr>
      <p:grpSpPr>
        <a:xfrm>
          <a:off x="0" y="0"/>
          <a:ext cx="0" cy="0"/>
          <a:chOff x="0" y="0"/>
          <a:chExt cx="0" cy="0"/>
        </a:xfrm>
      </p:grpSpPr>
      <p:sp>
        <p:nvSpPr>
          <p:cNvPr id="5" name="Slide Image Placeholder 4">
            <a:extLst>
              <a:ext uri="{FF2B5EF4-FFF2-40B4-BE49-F238E27FC236}">
                <a16:creationId xmlns:a16="http://schemas.microsoft.com/office/drawing/2014/main" id="{A1905734-2268-DFAB-45B8-0488648EE2E2}"/>
              </a:ext>
            </a:extLst>
          </p:cNvPr>
          <p:cNvSpPr>
            <a:spLocks noGrp="1" noRot="1" noChangeAspect="1"/>
          </p:cNvSpPr>
          <p:nvPr>
            <p:ph type="sldImg"/>
          </p:nvPr>
        </p:nvSpPr>
        <p:spPr/>
      </p:sp>
      <p:sp>
        <p:nvSpPr>
          <p:cNvPr id="6" name="Notes Placeholder 5">
            <a:extLst>
              <a:ext uri="{FF2B5EF4-FFF2-40B4-BE49-F238E27FC236}">
                <a16:creationId xmlns:a16="http://schemas.microsoft.com/office/drawing/2014/main" id="{EA1641BB-A697-C109-76C5-81EDDC023DF2}"/>
              </a:ext>
            </a:extLst>
          </p:cNvPr>
          <p:cNvSpPr>
            <a:spLocks noGrp="1"/>
          </p:cNvSpPr>
          <p:nvPr>
            <p:ph type="body" sz="quarter" idx="3"/>
          </p:nvPr>
        </p:nvSpPr>
        <p:spPr/>
        <p:txBody>
          <a:bodyPr/>
          <a:lstStyle/>
          <a:p>
            <a:endParaRPr lang="en-US" dirty="0"/>
          </a:p>
        </p:txBody>
      </p:sp>
      <p:sp>
        <p:nvSpPr>
          <p:cNvPr id="2" name="Footer Placeholder 1">
            <a:extLst>
              <a:ext uri="{FF2B5EF4-FFF2-40B4-BE49-F238E27FC236}">
                <a16:creationId xmlns:a16="http://schemas.microsoft.com/office/drawing/2014/main" id="{24627AF1-EE7C-3C76-D340-EED1271E549D}"/>
              </a:ext>
            </a:extLst>
          </p:cNvPr>
          <p:cNvSpPr>
            <a:spLocks noGrp="1"/>
          </p:cNvSpPr>
          <p:nvPr>
            <p:ph type="ftr"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t>© Copyright IBM Corporation 2009, 2020</a:t>
            </a:r>
          </a:p>
        </p:txBody>
      </p:sp>
    </p:spTree>
    <p:extLst>
      <p:ext uri="{BB962C8B-B14F-4D97-AF65-F5344CB8AC3E}">
        <p14:creationId xmlns:p14="http://schemas.microsoft.com/office/powerpoint/2010/main" val="98042792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5D3F35-F154-522A-2DE7-01F823B007AE}"/>
            </a:ext>
          </a:extLst>
        </p:cNvPr>
        <p:cNvGrpSpPr/>
        <p:nvPr/>
      </p:nvGrpSpPr>
      <p:grpSpPr>
        <a:xfrm>
          <a:off x="0" y="0"/>
          <a:ext cx="0" cy="0"/>
          <a:chOff x="0" y="0"/>
          <a:chExt cx="0" cy="0"/>
        </a:xfrm>
      </p:grpSpPr>
      <p:sp>
        <p:nvSpPr>
          <p:cNvPr id="5" name="Slide Image Placeholder 4">
            <a:extLst>
              <a:ext uri="{FF2B5EF4-FFF2-40B4-BE49-F238E27FC236}">
                <a16:creationId xmlns:a16="http://schemas.microsoft.com/office/drawing/2014/main" id="{AE52A8CA-3BAD-C0AD-07CB-A8E0D3F20B2F}"/>
              </a:ext>
            </a:extLst>
          </p:cNvPr>
          <p:cNvSpPr>
            <a:spLocks noGrp="1" noRot="1" noChangeAspect="1"/>
          </p:cNvSpPr>
          <p:nvPr>
            <p:ph type="sldImg"/>
          </p:nvPr>
        </p:nvSpPr>
        <p:spPr/>
      </p:sp>
      <p:sp>
        <p:nvSpPr>
          <p:cNvPr id="6" name="Notes Placeholder 5">
            <a:extLst>
              <a:ext uri="{FF2B5EF4-FFF2-40B4-BE49-F238E27FC236}">
                <a16:creationId xmlns:a16="http://schemas.microsoft.com/office/drawing/2014/main" id="{E306190A-A7C6-53E1-29AA-5A6CE559163C}"/>
              </a:ext>
            </a:extLst>
          </p:cNvPr>
          <p:cNvSpPr>
            <a:spLocks noGrp="1"/>
          </p:cNvSpPr>
          <p:nvPr>
            <p:ph type="body" sz="quarter" idx="3"/>
          </p:nvPr>
        </p:nvSpPr>
        <p:spPr/>
        <p:txBody>
          <a:bodyPr/>
          <a:lstStyle/>
          <a:p>
            <a:endParaRPr lang="en-US" dirty="0"/>
          </a:p>
        </p:txBody>
      </p:sp>
      <p:sp>
        <p:nvSpPr>
          <p:cNvPr id="2" name="Footer Placeholder 1">
            <a:extLst>
              <a:ext uri="{FF2B5EF4-FFF2-40B4-BE49-F238E27FC236}">
                <a16:creationId xmlns:a16="http://schemas.microsoft.com/office/drawing/2014/main" id="{1213DDC8-6A4C-D1CB-83E6-97343B0EAA5A}"/>
              </a:ext>
            </a:extLst>
          </p:cNvPr>
          <p:cNvSpPr>
            <a:spLocks noGrp="1"/>
          </p:cNvSpPr>
          <p:nvPr>
            <p:ph type="ftr"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t>© Copyright IBM Corporation 2009, 2020</a:t>
            </a:r>
          </a:p>
        </p:txBody>
      </p:sp>
    </p:spTree>
    <p:extLst>
      <p:ext uri="{BB962C8B-B14F-4D97-AF65-F5344CB8AC3E}">
        <p14:creationId xmlns:p14="http://schemas.microsoft.com/office/powerpoint/2010/main" val="428052195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900351-A5D8-E705-FB05-73073E999FDF}"/>
            </a:ext>
          </a:extLst>
        </p:cNvPr>
        <p:cNvGrpSpPr/>
        <p:nvPr/>
      </p:nvGrpSpPr>
      <p:grpSpPr>
        <a:xfrm>
          <a:off x="0" y="0"/>
          <a:ext cx="0" cy="0"/>
          <a:chOff x="0" y="0"/>
          <a:chExt cx="0" cy="0"/>
        </a:xfrm>
      </p:grpSpPr>
      <p:sp>
        <p:nvSpPr>
          <p:cNvPr id="5" name="Slide Image Placeholder 4">
            <a:extLst>
              <a:ext uri="{FF2B5EF4-FFF2-40B4-BE49-F238E27FC236}">
                <a16:creationId xmlns:a16="http://schemas.microsoft.com/office/drawing/2014/main" id="{01E0233E-67B3-346D-CC31-DC232AEAD829}"/>
              </a:ext>
            </a:extLst>
          </p:cNvPr>
          <p:cNvSpPr>
            <a:spLocks noGrp="1" noRot="1" noChangeAspect="1"/>
          </p:cNvSpPr>
          <p:nvPr>
            <p:ph type="sldImg"/>
          </p:nvPr>
        </p:nvSpPr>
        <p:spPr/>
      </p:sp>
      <p:sp>
        <p:nvSpPr>
          <p:cNvPr id="6" name="Notes Placeholder 5">
            <a:extLst>
              <a:ext uri="{FF2B5EF4-FFF2-40B4-BE49-F238E27FC236}">
                <a16:creationId xmlns:a16="http://schemas.microsoft.com/office/drawing/2014/main" id="{689FD085-7E70-52C3-42D1-7795DB29256A}"/>
              </a:ext>
            </a:extLst>
          </p:cNvPr>
          <p:cNvSpPr>
            <a:spLocks noGrp="1"/>
          </p:cNvSpPr>
          <p:nvPr>
            <p:ph type="body" sz="quarter" idx="3"/>
          </p:nvPr>
        </p:nvSpPr>
        <p:spPr/>
        <p:txBody>
          <a:bodyPr/>
          <a:lstStyle/>
          <a:p>
            <a:endParaRPr lang="en-US" dirty="0"/>
          </a:p>
        </p:txBody>
      </p:sp>
      <p:sp>
        <p:nvSpPr>
          <p:cNvPr id="2" name="Footer Placeholder 1">
            <a:extLst>
              <a:ext uri="{FF2B5EF4-FFF2-40B4-BE49-F238E27FC236}">
                <a16:creationId xmlns:a16="http://schemas.microsoft.com/office/drawing/2014/main" id="{84C6F070-78D5-BE65-48D1-B5080A5B50AC}"/>
              </a:ext>
            </a:extLst>
          </p:cNvPr>
          <p:cNvSpPr>
            <a:spLocks noGrp="1"/>
          </p:cNvSpPr>
          <p:nvPr>
            <p:ph type="ftr"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t>© Copyright IBM Corporation 2009, 2020</a:t>
            </a:r>
          </a:p>
        </p:txBody>
      </p:sp>
    </p:spTree>
    <p:extLst>
      <p:ext uri="{BB962C8B-B14F-4D97-AF65-F5344CB8AC3E}">
        <p14:creationId xmlns:p14="http://schemas.microsoft.com/office/powerpoint/2010/main" val="397326635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963AAD-3E1B-7387-EA3D-9B9EABE17576}"/>
            </a:ext>
          </a:extLst>
        </p:cNvPr>
        <p:cNvGrpSpPr/>
        <p:nvPr/>
      </p:nvGrpSpPr>
      <p:grpSpPr>
        <a:xfrm>
          <a:off x="0" y="0"/>
          <a:ext cx="0" cy="0"/>
          <a:chOff x="0" y="0"/>
          <a:chExt cx="0" cy="0"/>
        </a:xfrm>
      </p:grpSpPr>
      <p:sp>
        <p:nvSpPr>
          <p:cNvPr id="5" name="Slide Image Placeholder 4">
            <a:extLst>
              <a:ext uri="{FF2B5EF4-FFF2-40B4-BE49-F238E27FC236}">
                <a16:creationId xmlns:a16="http://schemas.microsoft.com/office/drawing/2014/main" id="{A1C36817-95DE-0C5E-987F-4593A54D03A4}"/>
              </a:ext>
            </a:extLst>
          </p:cNvPr>
          <p:cNvSpPr>
            <a:spLocks noGrp="1" noRot="1" noChangeAspect="1"/>
          </p:cNvSpPr>
          <p:nvPr>
            <p:ph type="sldImg"/>
          </p:nvPr>
        </p:nvSpPr>
        <p:spPr/>
      </p:sp>
      <p:sp>
        <p:nvSpPr>
          <p:cNvPr id="6" name="Notes Placeholder 5">
            <a:extLst>
              <a:ext uri="{FF2B5EF4-FFF2-40B4-BE49-F238E27FC236}">
                <a16:creationId xmlns:a16="http://schemas.microsoft.com/office/drawing/2014/main" id="{CFAB294F-0393-246C-C197-D389C271B433}"/>
              </a:ext>
            </a:extLst>
          </p:cNvPr>
          <p:cNvSpPr>
            <a:spLocks noGrp="1"/>
          </p:cNvSpPr>
          <p:nvPr>
            <p:ph type="body" sz="quarter" idx="3"/>
          </p:nvPr>
        </p:nvSpPr>
        <p:spPr/>
        <p:txBody>
          <a:bodyPr/>
          <a:lstStyle/>
          <a:p>
            <a:endParaRPr lang="en-US" dirty="0"/>
          </a:p>
        </p:txBody>
      </p:sp>
      <p:sp>
        <p:nvSpPr>
          <p:cNvPr id="2" name="Footer Placeholder 1">
            <a:extLst>
              <a:ext uri="{FF2B5EF4-FFF2-40B4-BE49-F238E27FC236}">
                <a16:creationId xmlns:a16="http://schemas.microsoft.com/office/drawing/2014/main" id="{799DAC5B-56DB-5B68-D8DD-720741B63B5C}"/>
              </a:ext>
            </a:extLst>
          </p:cNvPr>
          <p:cNvSpPr>
            <a:spLocks noGrp="1"/>
          </p:cNvSpPr>
          <p:nvPr>
            <p:ph type="ftr"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t>© Copyright IBM Corporation 2009, 2020</a:t>
            </a:r>
          </a:p>
        </p:txBody>
      </p:sp>
    </p:spTree>
    <p:extLst>
      <p:ext uri="{BB962C8B-B14F-4D97-AF65-F5344CB8AC3E}">
        <p14:creationId xmlns:p14="http://schemas.microsoft.com/office/powerpoint/2010/main" val="293185745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57EFAB-33AD-1597-DA66-D07C0F1390E2}"/>
            </a:ext>
          </a:extLst>
        </p:cNvPr>
        <p:cNvGrpSpPr/>
        <p:nvPr/>
      </p:nvGrpSpPr>
      <p:grpSpPr>
        <a:xfrm>
          <a:off x="0" y="0"/>
          <a:ext cx="0" cy="0"/>
          <a:chOff x="0" y="0"/>
          <a:chExt cx="0" cy="0"/>
        </a:xfrm>
      </p:grpSpPr>
      <p:sp>
        <p:nvSpPr>
          <p:cNvPr id="5" name="Slide Image Placeholder 4">
            <a:extLst>
              <a:ext uri="{FF2B5EF4-FFF2-40B4-BE49-F238E27FC236}">
                <a16:creationId xmlns:a16="http://schemas.microsoft.com/office/drawing/2014/main" id="{E070AC10-B67D-530E-5EC3-1A371D0AED87}"/>
              </a:ext>
            </a:extLst>
          </p:cNvPr>
          <p:cNvSpPr>
            <a:spLocks noGrp="1" noRot="1" noChangeAspect="1"/>
          </p:cNvSpPr>
          <p:nvPr>
            <p:ph type="sldImg"/>
          </p:nvPr>
        </p:nvSpPr>
        <p:spPr/>
      </p:sp>
      <p:sp>
        <p:nvSpPr>
          <p:cNvPr id="6" name="Notes Placeholder 5">
            <a:extLst>
              <a:ext uri="{FF2B5EF4-FFF2-40B4-BE49-F238E27FC236}">
                <a16:creationId xmlns:a16="http://schemas.microsoft.com/office/drawing/2014/main" id="{4DC9CF0C-A20A-E0AC-2BBB-6021D417A836}"/>
              </a:ext>
            </a:extLst>
          </p:cNvPr>
          <p:cNvSpPr>
            <a:spLocks noGrp="1"/>
          </p:cNvSpPr>
          <p:nvPr>
            <p:ph type="body" sz="quarter" idx="3"/>
          </p:nvPr>
        </p:nvSpPr>
        <p:spPr/>
        <p:txBody>
          <a:bodyPr/>
          <a:lstStyle/>
          <a:p>
            <a:endParaRPr lang="en-US" dirty="0"/>
          </a:p>
        </p:txBody>
      </p:sp>
      <p:sp>
        <p:nvSpPr>
          <p:cNvPr id="2" name="Footer Placeholder 1">
            <a:extLst>
              <a:ext uri="{FF2B5EF4-FFF2-40B4-BE49-F238E27FC236}">
                <a16:creationId xmlns:a16="http://schemas.microsoft.com/office/drawing/2014/main" id="{BD582466-9B8A-82C9-77B0-D0DD0DCDBCF8}"/>
              </a:ext>
            </a:extLst>
          </p:cNvPr>
          <p:cNvSpPr>
            <a:spLocks noGrp="1"/>
          </p:cNvSpPr>
          <p:nvPr>
            <p:ph type="ftr"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t>© Copyright IBM Corporation 2009, 2020</a:t>
            </a:r>
          </a:p>
        </p:txBody>
      </p:sp>
    </p:spTree>
    <p:extLst>
      <p:ext uri="{BB962C8B-B14F-4D97-AF65-F5344CB8AC3E}">
        <p14:creationId xmlns:p14="http://schemas.microsoft.com/office/powerpoint/2010/main" val="15391277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69F0A4-6127-7881-125D-397199439910}"/>
            </a:ext>
          </a:extLst>
        </p:cNvPr>
        <p:cNvGrpSpPr/>
        <p:nvPr/>
      </p:nvGrpSpPr>
      <p:grpSpPr>
        <a:xfrm>
          <a:off x="0" y="0"/>
          <a:ext cx="0" cy="0"/>
          <a:chOff x="0" y="0"/>
          <a:chExt cx="0" cy="0"/>
        </a:xfrm>
      </p:grpSpPr>
      <p:sp>
        <p:nvSpPr>
          <p:cNvPr id="5" name="Slide Image Placeholder 4">
            <a:extLst>
              <a:ext uri="{FF2B5EF4-FFF2-40B4-BE49-F238E27FC236}">
                <a16:creationId xmlns:a16="http://schemas.microsoft.com/office/drawing/2014/main" id="{2E01C09C-46D8-320C-3696-CFBA27550D95}"/>
              </a:ext>
            </a:extLst>
          </p:cNvPr>
          <p:cNvSpPr>
            <a:spLocks noGrp="1" noRot="1" noChangeAspect="1"/>
          </p:cNvSpPr>
          <p:nvPr>
            <p:ph type="sldImg"/>
          </p:nvPr>
        </p:nvSpPr>
        <p:spPr/>
      </p:sp>
      <p:sp>
        <p:nvSpPr>
          <p:cNvPr id="6" name="Notes Placeholder 5">
            <a:extLst>
              <a:ext uri="{FF2B5EF4-FFF2-40B4-BE49-F238E27FC236}">
                <a16:creationId xmlns:a16="http://schemas.microsoft.com/office/drawing/2014/main" id="{ED408C65-790F-6943-AC24-F4A28CAE8E3C}"/>
              </a:ext>
            </a:extLst>
          </p:cNvPr>
          <p:cNvSpPr>
            <a:spLocks noGrp="1"/>
          </p:cNvSpPr>
          <p:nvPr>
            <p:ph type="body" sz="quarter" idx="3"/>
          </p:nvPr>
        </p:nvSpPr>
        <p:spPr/>
        <p:txBody>
          <a:bodyPr/>
          <a:lstStyle/>
          <a:p>
            <a:endParaRPr lang="en-US" dirty="0"/>
          </a:p>
        </p:txBody>
      </p:sp>
      <p:sp>
        <p:nvSpPr>
          <p:cNvPr id="2" name="Footer Placeholder 1">
            <a:extLst>
              <a:ext uri="{FF2B5EF4-FFF2-40B4-BE49-F238E27FC236}">
                <a16:creationId xmlns:a16="http://schemas.microsoft.com/office/drawing/2014/main" id="{525EB0F7-07D2-D8E4-4CD2-AD4A3BF8D021}"/>
              </a:ext>
            </a:extLst>
          </p:cNvPr>
          <p:cNvSpPr>
            <a:spLocks noGrp="1"/>
          </p:cNvSpPr>
          <p:nvPr>
            <p:ph type="ftr"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t>© Copyright IBM Corporation 2009, 2020</a:t>
            </a:r>
          </a:p>
        </p:txBody>
      </p:sp>
    </p:spTree>
    <p:extLst>
      <p:ext uri="{BB962C8B-B14F-4D97-AF65-F5344CB8AC3E}">
        <p14:creationId xmlns:p14="http://schemas.microsoft.com/office/powerpoint/2010/main" val="171296236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Image Placeholder 4">
            <a:extLst>
              <a:ext uri="{FF2B5EF4-FFF2-40B4-BE49-F238E27FC236}">
                <a16:creationId xmlns:a16="http://schemas.microsoft.com/office/drawing/2014/main" id="{C4F3DABF-E971-48EE-A9FA-C0732D150819}"/>
              </a:ext>
            </a:extLst>
          </p:cNvPr>
          <p:cNvSpPr>
            <a:spLocks noGrp="1" noRot="1" noChangeAspect="1"/>
          </p:cNvSpPr>
          <p:nvPr>
            <p:ph type="sldImg"/>
          </p:nvPr>
        </p:nvSpPr>
        <p:spPr/>
      </p:sp>
      <p:sp>
        <p:nvSpPr>
          <p:cNvPr id="6" name="Notes Placeholder 5">
            <a:extLst>
              <a:ext uri="{FF2B5EF4-FFF2-40B4-BE49-F238E27FC236}">
                <a16:creationId xmlns:a16="http://schemas.microsoft.com/office/drawing/2014/main" id="{53DA74A3-C0DB-4A35-B10C-4B67D7F1F20E}"/>
              </a:ext>
            </a:extLst>
          </p:cNvPr>
          <p:cNvSpPr>
            <a:spLocks noGrp="1"/>
          </p:cNvSpPr>
          <p:nvPr>
            <p:ph type="body" sz="quarter" idx="3"/>
          </p:nvPr>
        </p:nvSpPr>
        <p:spPr/>
        <p:txBody>
          <a:bodyPr/>
          <a:lstStyle/>
          <a:p>
            <a:endParaRPr lang="en-US" dirty="0"/>
          </a:p>
        </p:txBody>
      </p:sp>
      <p:sp>
        <p:nvSpPr>
          <p:cNvPr id="2" name="Footer Placeholder 1">
            <a:extLst>
              <a:ext uri="{FF2B5EF4-FFF2-40B4-BE49-F238E27FC236}">
                <a16:creationId xmlns:a16="http://schemas.microsoft.com/office/drawing/2014/main" id="{B1422721-F90F-4339-949E-FE212E85430E}"/>
              </a:ext>
            </a:extLst>
          </p:cNvPr>
          <p:cNvSpPr>
            <a:spLocks noGrp="1"/>
          </p:cNvSpPr>
          <p:nvPr>
            <p:ph type="ftr" sz="quarter" idx="4"/>
          </p:nvPr>
        </p:nvSpPr>
        <p:spPr/>
        <p:txBody>
          <a:bodyPr/>
          <a:lstStyle/>
          <a:p>
            <a:r>
              <a:rPr lang="en-US"/>
              <a:t>© Copyright IBM Corporation 2009, 2020</a:t>
            </a:r>
          </a:p>
        </p:txBody>
      </p:sp>
    </p:spTree>
    <p:extLst>
      <p:ext uri="{BB962C8B-B14F-4D97-AF65-F5344CB8AC3E}">
        <p14:creationId xmlns:p14="http://schemas.microsoft.com/office/powerpoint/2010/main" val="15713737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87C48A-C23B-034A-9A12-1C036C62D0C8}"/>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F83A4565-735A-8F45-8006-7ED60EE905C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7E3C0A0A-13AF-A942-8FDE-4FE1E05A7EA3}"/>
              </a:ext>
            </a:extLst>
          </p:cNvPr>
          <p:cNvSpPr>
            <a:spLocks noGrp="1"/>
          </p:cNvSpPr>
          <p:nvPr>
            <p:ph type="dt" sz="half" idx="10"/>
          </p:nvPr>
        </p:nvSpPr>
        <p:spPr/>
        <p:txBody>
          <a:bodyPr/>
          <a:lstStyle/>
          <a:p>
            <a:fld id="{D348B6AE-32B6-6940-840E-587CFD6844E6}" type="datetimeFigureOut">
              <a:rPr lang="en-US" smtClean="0"/>
              <a:t>5/12/26</a:t>
            </a:fld>
            <a:endParaRPr lang="en-US"/>
          </a:p>
        </p:txBody>
      </p:sp>
      <p:sp>
        <p:nvSpPr>
          <p:cNvPr id="5" name="Footer Placeholder 4">
            <a:extLst>
              <a:ext uri="{FF2B5EF4-FFF2-40B4-BE49-F238E27FC236}">
                <a16:creationId xmlns:a16="http://schemas.microsoft.com/office/drawing/2014/main" id="{772E2EBA-14A9-CD47-9E3E-A504800E40A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73011B1-4CF3-9945-8A4A-E5140F2A20B7}"/>
              </a:ext>
            </a:extLst>
          </p:cNvPr>
          <p:cNvSpPr>
            <a:spLocks noGrp="1"/>
          </p:cNvSpPr>
          <p:nvPr>
            <p:ph type="sldNum" sz="quarter" idx="12"/>
          </p:nvPr>
        </p:nvSpPr>
        <p:spPr/>
        <p:txBody>
          <a:bodyPr/>
          <a:lstStyle/>
          <a:p>
            <a:fld id="{9610BF80-02AF-8D43-8AB9-DC30FC99D4D8}" type="slidenum">
              <a:rPr lang="en-US" smtClean="0"/>
              <a:t>‹#›</a:t>
            </a:fld>
            <a:endParaRPr lang="en-US"/>
          </a:p>
        </p:txBody>
      </p:sp>
    </p:spTree>
    <p:extLst>
      <p:ext uri="{BB962C8B-B14F-4D97-AF65-F5344CB8AC3E}">
        <p14:creationId xmlns:p14="http://schemas.microsoft.com/office/powerpoint/2010/main" val="20338817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7ADF78-11A7-244C-8626-239AA4D7E1F1}"/>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915017EE-29D5-3644-99BF-A3D1726ECDA7}"/>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69F4549A-70F3-374A-9A8A-05F0E0A4B3D4}"/>
              </a:ext>
            </a:extLst>
          </p:cNvPr>
          <p:cNvSpPr>
            <a:spLocks noGrp="1"/>
          </p:cNvSpPr>
          <p:nvPr>
            <p:ph type="dt" sz="half" idx="10"/>
          </p:nvPr>
        </p:nvSpPr>
        <p:spPr/>
        <p:txBody>
          <a:bodyPr/>
          <a:lstStyle/>
          <a:p>
            <a:fld id="{D348B6AE-32B6-6940-840E-587CFD6844E6}" type="datetimeFigureOut">
              <a:rPr lang="en-US" smtClean="0"/>
              <a:t>5/12/26</a:t>
            </a:fld>
            <a:endParaRPr lang="en-US"/>
          </a:p>
        </p:txBody>
      </p:sp>
      <p:sp>
        <p:nvSpPr>
          <p:cNvPr id="5" name="Footer Placeholder 4">
            <a:extLst>
              <a:ext uri="{FF2B5EF4-FFF2-40B4-BE49-F238E27FC236}">
                <a16:creationId xmlns:a16="http://schemas.microsoft.com/office/drawing/2014/main" id="{707196CA-4404-FC49-A111-852E52A911F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A5F54CE-0B71-B541-AC65-3AFF2CC6EBC5}"/>
              </a:ext>
            </a:extLst>
          </p:cNvPr>
          <p:cNvSpPr>
            <a:spLocks noGrp="1"/>
          </p:cNvSpPr>
          <p:nvPr>
            <p:ph type="sldNum" sz="quarter" idx="12"/>
          </p:nvPr>
        </p:nvSpPr>
        <p:spPr/>
        <p:txBody>
          <a:bodyPr/>
          <a:lstStyle/>
          <a:p>
            <a:fld id="{9610BF80-02AF-8D43-8AB9-DC30FC99D4D8}" type="slidenum">
              <a:rPr lang="en-US" smtClean="0"/>
              <a:t>‹#›</a:t>
            </a:fld>
            <a:endParaRPr lang="en-US"/>
          </a:p>
        </p:txBody>
      </p:sp>
    </p:spTree>
    <p:extLst>
      <p:ext uri="{BB962C8B-B14F-4D97-AF65-F5344CB8AC3E}">
        <p14:creationId xmlns:p14="http://schemas.microsoft.com/office/powerpoint/2010/main" val="41598568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D9DB9E-559B-824F-893C-5715B4D33E89}"/>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823075BB-1AA2-514C-A4AB-247C5EB0349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B927E4DC-0392-2544-AF99-DDB7D10068EF}"/>
              </a:ext>
            </a:extLst>
          </p:cNvPr>
          <p:cNvSpPr>
            <a:spLocks noGrp="1"/>
          </p:cNvSpPr>
          <p:nvPr>
            <p:ph type="dt" sz="half" idx="10"/>
          </p:nvPr>
        </p:nvSpPr>
        <p:spPr/>
        <p:txBody>
          <a:bodyPr/>
          <a:lstStyle/>
          <a:p>
            <a:fld id="{D348B6AE-32B6-6940-840E-587CFD6844E6}" type="datetimeFigureOut">
              <a:rPr lang="en-US" smtClean="0"/>
              <a:t>5/12/26</a:t>
            </a:fld>
            <a:endParaRPr lang="en-US"/>
          </a:p>
        </p:txBody>
      </p:sp>
      <p:sp>
        <p:nvSpPr>
          <p:cNvPr id="5" name="Footer Placeholder 4">
            <a:extLst>
              <a:ext uri="{FF2B5EF4-FFF2-40B4-BE49-F238E27FC236}">
                <a16:creationId xmlns:a16="http://schemas.microsoft.com/office/drawing/2014/main" id="{D1837801-7C64-CF4E-8FBB-8D930F5E32B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F221237-BF8A-7448-B9AA-F23EF8307419}"/>
              </a:ext>
            </a:extLst>
          </p:cNvPr>
          <p:cNvSpPr>
            <a:spLocks noGrp="1"/>
          </p:cNvSpPr>
          <p:nvPr>
            <p:ph type="sldNum" sz="quarter" idx="12"/>
          </p:nvPr>
        </p:nvSpPr>
        <p:spPr/>
        <p:txBody>
          <a:bodyPr/>
          <a:lstStyle/>
          <a:p>
            <a:fld id="{9610BF80-02AF-8D43-8AB9-DC30FC99D4D8}" type="slidenum">
              <a:rPr lang="en-US" smtClean="0"/>
              <a:t>‹#›</a:t>
            </a:fld>
            <a:endParaRPr lang="en-US"/>
          </a:p>
        </p:txBody>
      </p:sp>
    </p:spTree>
    <p:extLst>
      <p:ext uri="{BB962C8B-B14F-4D97-AF65-F5344CB8AC3E}">
        <p14:creationId xmlns:p14="http://schemas.microsoft.com/office/powerpoint/2010/main" val="4227758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74996D-3D0A-D340-A087-9FCD689F04AA}"/>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D0385EDA-4B09-BD48-87F1-13382CF0D924}"/>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33B2B83B-CBCF-564A-B7DC-2E99AF82D70A}"/>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E6E9A328-A8A8-D74B-99A5-33EFEAF71930}"/>
              </a:ext>
            </a:extLst>
          </p:cNvPr>
          <p:cNvSpPr>
            <a:spLocks noGrp="1"/>
          </p:cNvSpPr>
          <p:nvPr>
            <p:ph type="dt" sz="half" idx="10"/>
          </p:nvPr>
        </p:nvSpPr>
        <p:spPr/>
        <p:txBody>
          <a:bodyPr/>
          <a:lstStyle/>
          <a:p>
            <a:fld id="{D348B6AE-32B6-6940-840E-587CFD6844E6}" type="datetimeFigureOut">
              <a:rPr lang="en-US" smtClean="0"/>
              <a:t>5/12/26</a:t>
            </a:fld>
            <a:endParaRPr lang="en-US"/>
          </a:p>
        </p:txBody>
      </p:sp>
      <p:sp>
        <p:nvSpPr>
          <p:cNvPr id="6" name="Footer Placeholder 5">
            <a:extLst>
              <a:ext uri="{FF2B5EF4-FFF2-40B4-BE49-F238E27FC236}">
                <a16:creationId xmlns:a16="http://schemas.microsoft.com/office/drawing/2014/main" id="{4EE80186-0EE0-9B4C-9D03-BB5BB60A3D1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19FBD82-B28A-2749-BDB0-93A84382CC40}"/>
              </a:ext>
            </a:extLst>
          </p:cNvPr>
          <p:cNvSpPr>
            <a:spLocks noGrp="1"/>
          </p:cNvSpPr>
          <p:nvPr>
            <p:ph type="sldNum" sz="quarter" idx="12"/>
          </p:nvPr>
        </p:nvSpPr>
        <p:spPr/>
        <p:txBody>
          <a:bodyPr/>
          <a:lstStyle/>
          <a:p>
            <a:fld id="{9610BF80-02AF-8D43-8AB9-DC30FC99D4D8}" type="slidenum">
              <a:rPr lang="en-US" smtClean="0"/>
              <a:t>‹#›</a:t>
            </a:fld>
            <a:endParaRPr lang="en-US"/>
          </a:p>
        </p:txBody>
      </p:sp>
    </p:spTree>
    <p:extLst>
      <p:ext uri="{BB962C8B-B14F-4D97-AF65-F5344CB8AC3E}">
        <p14:creationId xmlns:p14="http://schemas.microsoft.com/office/powerpoint/2010/main" val="24729439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CAD76E-2BC4-724A-9E37-79FBB6ABD91C}"/>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D1C39A0E-96FF-164B-A0CE-1C833EA0D10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13BC3D56-BD93-894B-8E27-4B7029F2F390}"/>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D129496D-93A8-0B4B-8961-E4D2C8EE389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1A7B96D4-2383-4042-BF3E-81771A32DA1A}"/>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D4324BF4-E3FA-7E4E-BF62-F69D2D11BB81}"/>
              </a:ext>
            </a:extLst>
          </p:cNvPr>
          <p:cNvSpPr>
            <a:spLocks noGrp="1"/>
          </p:cNvSpPr>
          <p:nvPr>
            <p:ph type="dt" sz="half" idx="10"/>
          </p:nvPr>
        </p:nvSpPr>
        <p:spPr/>
        <p:txBody>
          <a:bodyPr/>
          <a:lstStyle/>
          <a:p>
            <a:fld id="{D348B6AE-32B6-6940-840E-587CFD6844E6}" type="datetimeFigureOut">
              <a:rPr lang="en-US" smtClean="0"/>
              <a:t>5/12/26</a:t>
            </a:fld>
            <a:endParaRPr lang="en-US"/>
          </a:p>
        </p:txBody>
      </p:sp>
      <p:sp>
        <p:nvSpPr>
          <p:cNvPr id="8" name="Footer Placeholder 7">
            <a:extLst>
              <a:ext uri="{FF2B5EF4-FFF2-40B4-BE49-F238E27FC236}">
                <a16:creationId xmlns:a16="http://schemas.microsoft.com/office/drawing/2014/main" id="{0D20D30B-6B79-874A-8B12-EB0C11C7617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665F17F-445F-F64F-8EF3-F100A258FDD7}"/>
              </a:ext>
            </a:extLst>
          </p:cNvPr>
          <p:cNvSpPr>
            <a:spLocks noGrp="1"/>
          </p:cNvSpPr>
          <p:nvPr>
            <p:ph type="sldNum" sz="quarter" idx="12"/>
          </p:nvPr>
        </p:nvSpPr>
        <p:spPr/>
        <p:txBody>
          <a:bodyPr/>
          <a:lstStyle/>
          <a:p>
            <a:fld id="{9610BF80-02AF-8D43-8AB9-DC30FC99D4D8}" type="slidenum">
              <a:rPr lang="en-US" smtClean="0"/>
              <a:t>‹#›</a:t>
            </a:fld>
            <a:endParaRPr lang="en-US"/>
          </a:p>
        </p:txBody>
      </p:sp>
    </p:spTree>
    <p:extLst>
      <p:ext uri="{BB962C8B-B14F-4D97-AF65-F5344CB8AC3E}">
        <p14:creationId xmlns:p14="http://schemas.microsoft.com/office/powerpoint/2010/main" val="38787410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5421D5-1DC2-C240-851E-66C5C8B7035C}"/>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D79714EA-CD18-1845-BA1F-91B0A396E309}"/>
              </a:ext>
            </a:extLst>
          </p:cNvPr>
          <p:cNvSpPr>
            <a:spLocks noGrp="1"/>
          </p:cNvSpPr>
          <p:nvPr>
            <p:ph type="dt" sz="half" idx="10"/>
          </p:nvPr>
        </p:nvSpPr>
        <p:spPr/>
        <p:txBody>
          <a:bodyPr/>
          <a:lstStyle/>
          <a:p>
            <a:fld id="{D348B6AE-32B6-6940-840E-587CFD6844E6}" type="datetimeFigureOut">
              <a:rPr lang="en-US" smtClean="0"/>
              <a:t>5/12/26</a:t>
            </a:fld>
            <a:endParaRPr lang="en-US"/>
          </a:p>
        </p:txBody>
      </p:sp>
      <p:sp>
        <p:nvSpPr>
          <p:cNvPr id="4" name="Footer Placeholder 3">
            <a:extLst>
              <a:ext uri="{FF2B5EF4-FFF2-40B4-BE49-F238E27FC236}">
                <a16:creationId xmlns:a16="http://schemas.microsoft.com/office/drawing/2014/main" id="{376D84ED-18D1-8D4A-AF17-C55B9B1BB3D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4B4C29D-EB64-454C-B619-AD33C77FB01C}"/>
              </a:ext>
            </a:extLst>
          </p:cNvPr>
          <p:cNvSpPr>
            <a:spLocks noGrp="1"/>
          </p:cNvSpPr>
          <p:nvPr>
            <p:ph type="sldNum" sz="quarter" idx="12"/>
          </p:nvPr>
        </p:nvSpPr>
        <p:spPr/>
        <p:txBody>
          <a:bodyPr/>
          <a:lstStyle/>
          <a:p>
            <a:fld id="{9610BF80-02AF-8D43-8AB9-DC30FC99D4D8}" type="slidenum">
              <a:rPr lang="en-US" smtClean="0"/>
              <a:t>‹#›</a:t>
            </a:fld>
            <a:endParaRPr lang="en-US"/>
          </a:p>
        </p:txBody>
      </p:sp>
    </p:spTree>
    <p:extLst>
      <p:ext uri="{BB962C8B-B14F-4D97-AF65-F5344CB8AC3E}">
        <p14:creationId xmlns:p14="http://schemas.microsoft.com/office/powerpoint/2010/main" val="12505740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32A4EF8-0BD3-EB4B-A758-EFF020260105}"/>
              </a:ext>
            </a:extLst>
          </p:cNvPr>
          <p:cNvSpPr>
            <a:spLocks noGrp="1"/>
          </p:cNvSpPr>
          <p:nvPr>
            <p:ph type="dt" sz="half" idx="10"/>
          </p:nvPr>
        </p:nvSpPr>
        <p:spPr/>
        <p:txBody>
          <a:bodyPr/>
          <a:lstStyle/>
          <a:p>
            <a:fld id="{D348B6AE-32B6-6940-840E-587CFD6844E6}" type="datetimeFigureOut">
              <a:rPr lang="en-US" smtClean="0"/>
              <a:t>5/12/26</a:t>
            </a:fld>
            <a:endParaRPr lang="en-US"/>
          </a:p>
        </p:txBody>
      </p:sp>
      <p:sp>
        <p:nvSpPr>
          <p:cNvPr id="3" name="Footer Placeholder 2">
            <a:extLst>
              <a:ext uri="{FF2B5EF4-FFF2-40B4-BE49-F238E27FC236}">
                <a16:creationId xmlns:a16="http://schemas.microsoft.com/office/drawing/2014/main" id="{C8A5164F-B406-8340-BAA1-492D9338597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7D6B01C-475C-B448-9843-FCCE3AC58C6E}"/>
              </a:ext>
            </a:extLst>
          </p:cNvPr>
          <p:cNvSpPr>
            <a:spLocks noGrp="1"/>
          </p:cNvSpPr>
          <p:nvPr>
            <p:ph type="sldNum" sz="quarter" idx="12"/>
          </p:nvPr>
        </p:nvSpPr>
        <p:spPr/>
        <p:txBody>
          <a:bodyPr/>
          <a:lstStyle/>
          <a:p>
            <a:fld id="{9610BF80-02AF-8D43-8AB9-DC30FC99D4D8}" type="slidenum">
              <a:rPr lang="en-US" smtClean="0"/>
              <a:t>‹#›</a:t>
            </a:fld>
            <a:endParaRPr lang="en-US"/>
          </a:p>
        </p:txBody>
      </p:sp>
    </p:spTree>
    <p:extLst>
      <p:ext uri="{BB962C8B-B14F-4D97-AF65-F5344CB8AC3E}">
        <p14:creationId xmlns:p14="http://schemas.microsoft.com/office/powerpoint/2010/main" val="42094297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3B9F69-D49C-B540-8233-9968CDE93AC5}"/>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D7B8D0D7-D8AD-8942-B309-D17ECA22E5A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5C53563E-7988-0947-A19F-7950A896C71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5B1C8188-EF64-B045-9773-A77CC14623D8}"/>
              </a:ext>
            </a:extLst>
          </p:cNvPr>
          <p:cNvSpPr>
            <a:spLocks noGrp="1"/>
          </p:cNvSpPr>
          <p:nvPr>
            <p:ph type="dt" sz="half" idx="10"/>
          </p:nvPr>
        </p:nvSpPr>
        <p:spPr/>
        <p:txBody>
          <a:bodyPr/>
          <a:lstStyle/>
          <a:p>
            <a:fld id="{D348B6AE-32B6-6940-840E-587CFD6844E6}" type="datetimeFigureOut">
              <a:rPr lang="en-US" smtClean="0"/>
              <a:t>5/12/26</a:t>
            </a:fld>
            <a:endParaRPr lang="en-US"/>
          </a:p>
        </p:txBody>
      </p:sp>
      <p:sp>
        <p:nvSpPr>
          <p:cNvPr id="6" name="Footer Placeholder 5">
            <a:extLst>
              <a:ext uri="{FF2B5EF4-FFF2-40B4-BE49-F238E27FC236}">
                <a16:creationId xmlns:a16="http://schemas.microsoft.com/office/drawing/2014/main" id="{D72893BE-E37B-E441-9E1C-7A1925D0274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6A3DFA0-DD65-6B4B-B43F-F4B1DCF74BA1}"/>
              </a:ext>
            </a:extLst>
          </p:cNvPr>
          <p:cNvSpPr>
            <a:spLocks noGrp="1"/>
          </p:cNvSpPr>
          <p:nvPr>
            <p:ph type="sldNum" sz="quarter" idx="12"/>
          </p:nvPr>
        </p:nvSpPr>
        <p:spPr/>
        <p:txBody>
          <a:bodyPr/>
          <a:lstStyle/>
          <a:p>
            <a:fld id="{9610BF80-02AF-8D43-8AB9-DC30FC99D4D8}" type="slidenum">
              <a:rPr lang="en-US" smtClean="0"/>
              <a:t>‹#›</a:t>
            </a:fld>
            <a:endParaRPr lang="en-US"/>
          </a:p>
        </p:txBody>
      </p:sp>
    </p:spTree>
    <p:extLst>
      <p:ext uri="{BB962C8B-B14F-4D97-AF65-F5344CB8AC3E}">
        <p14:creationId xmlns:p14="http://schemas.microsoft.com/office/powerpoint/2010/main" val="31959388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E23FCB-EA7A-5045-A363-954BDC980AA0}"/>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E6C8FDD7-D30C-D743-BB3E-6B27F4F77D4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3AB43A5-A716-A94A-AC4A-65598688B88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1EB426EA-B975-E041-8892-56B7E06E15F7}"/>
              </a:ext>
            </a:extLst>
          </p:cNvPr>
          <p:cNvSpPr>
            <a:spLocks noGrp="1"/>
          </p:cNvSpPr>
          <p:nvPr>
            <p:ph type="dt" sz="half" idx="10"/>
          </p:nvPr>
        </p:nvSpPr>
        <p:spPr/>
        <p:txBody>
          <a:bodyPr/>
          <a:lstStyle/>
          <a:p>
            <a:fld id="{D348B6AE-32B6-6940-840E-587CFD6844E6}" type="datetimeFigureOut">
              <a:rPr lang="en-US" smtClean="0"/>
              <a:t>5/12/26</a:t>
            </a:fld>
            <a:endParaRPr lang="en-US"/>
          </a:p>
        </p:txBody>
      </p:sp>
      <p:sp>
        <p:nvSpPr>
          <p:cNvPr id="6" name="Footer Placeholder 5">
            <a:extLst>
              <a:ext uri="{FF2B5EF4-FFF2-40B4-BE49-F238E27FC236}">
                <a16:creationId xmlns:a16="http://schemas.microsoft.com/office/drawing/2014/main" id="{04C6A369-46E1-D24F-A201-527EDA3386A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AF534A2-8824-F240-9443-42933C219088}"/>
              </a:ext>
            </a:extLst>
          </p:cNvPr>
          <p:cNvSpPr>
            <a:spLocks noGrp="1"/>
          </p:cNvSpPr>
          <p:nvPr>
            <p:ph type="sldNum" sz="quarter" idx="12"/>
          </p:nvPr>
        </p:nvSpPr>
        <p:spPr/>
        <p:txBody>
          <a:bodyPr/>
          <a:lstStyle/>
          <a:p>
            <a:fld id="{9610BF80-02AF-8D43-8AB9-DC30FC99D4D8}" type="slidenum">
              <a:rPr lang="en-US" smtClean="0"/>
              <a:t>‹#›</a:t>
            </a:fld>
            <a:endParaRPr lang="en-US"/>
          </a:p>
        </p:txBody>
      </p:sp>
    </p:spTree>
    <p:extLst>
      <p:ext uri="{BB962C8B-B14F-4D97-AF65-F5344CB8AC3E}">
        <p14:creationId xmlns:p14="http://schemas.microsoft.com/office/powerpoint/2010/main" val="36105563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6514D6-12C5-3744-A258-8CB3FBD04058}"/>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A452B5D8-78B7-EF43-A870-9D0DABE422C7}"/>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70D7AF3A-454D-FE44-B1CD-F6CDC86B6E41}"/>
              </a:ext>
            </a:extLst>
          </p:cNvPr>
          <p:cNvSpPr>
            <a:spLocks noGrp="1"/>
          </p:cNvSpPr>
          <p:nvPr>
            <p:ph type="dt" sz="half" idx="10"/>
          </p:nvPr>
        </p:nvSpPr>
        <p:spPr/>
        <p:txBody>
          <a:bodyPr/>
          <a:lstStyle/>
          <a:p>
            <a:fld id="{D348B6AE-32B6-6940-840E-587CFD6844E6}" type="datetimeFigureOut">
              <a:rPr lang="en-US" smtClean="0"/>
              <a:t>5/12/26</a:t>
            </a:fld>
            <a:endParaRPr lang="en-US"/>
          </a:p>
        </p:txBody>
      </p:sp>
      <p:sp>
        <p:nvSpPr>
          <p:cNvPr id="5" name="Footer Placeholder 4">
            <a:extLst>
              <a:ext uri="{FF2B5EF4-FFF2-40B4-BE49-F238E27FC236}">
                <a16:creationId xmlns:a16="http://schemas.microsoft.com/office/drawing/2014/main" id="{47FDC774-B698-2947-9332-03F72B4D8CC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743D2BB-FB8F-5C4C-AC9F-6BA6651E7255}"/>
              </a:ext>
            </a:extLst>
          </p:cNvPr>
          <p:cNvSpPr>
            <a:spLocks noGrp="1"/>
          </p:cNvSpPr>
          <p:nvPr>
            <p:ph type="sldNum" sz="quarter" idx="12"/>
          </p:nvPr>
        </p:nvSpPr>
        <p:spPr/>
        <p:txBody>
          <a:bodyPr/>
          <a:lstStyle/>
          <a:p>
            <a:fld id="{9610BF80-02AF-8D43-8AB9-DC30FC99D4D8}" type="slidenum">
              <a:rPr lang="en-US" smtClean="0"/>
              <a:t>‹#›</a:t>
            </a:fld>
            <a:endParaRPr lang="en-US"/>
          </a:p>
        </p:txBody>
      </p:sp>
    </p:spTree>
    <p:extLst>
      <p:ext uri="{BB962C8B-B14F-4D97-AF65-F5344CB8AC3E}">
        <p14:creationId xmlns:p14="http://schemas.microsoft.com/office/powerpoint/2010/main" val="25620312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677D6CC-F6EB-7B47-91BE-39F40706AB8D}"/>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6440FB5B-32BB-F64A-9CC7-D2FD52561E98}"/>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FC1D1200-160F-7A41-865D-3E1AFAF788A5}"/>
              </a:ext>
            </a:extLst>
          </p:cNvPr>
          <p:cNvSpPr>
            <a:spLocks noGrp="1"/>
          </p:cNvSpPr>
          <p:nvPr>
            <p:ph type="dt" sz="half" idx="10"/>
          </p:nvPr>
        </p:nvSpPr>
        <p:spPr/>
        <p:txBody>
          <a:bodyPr/>
          <a:lstStyle/>
          <a:p>
            <a:fld id="{D348B6AE-32B6-6940-840E-587CFD6844E6}" type="datetimeFigureOut">
              <a:rPr lang="en-US" smtClean="0"/>
              <a:t>5/12/26</a:t>
            </a:fld>
            <a:endParaRPr lang="en-US"/>
          </a:p>
        </p:txBody>
      </p:sp>
      <p:sp>
        <p:nvSpPr>
          <p:cNvPr id="5" name="Footer Placeholder 4">
            <a:extLst>
              <a:ext uri="{FF2B5EF4-FFF2-40B4-BE49-F238E27FC236}">
                <a16:creationId xmlns:a16="http://schemas.microsoft.com/office/drawing/2014/main" id="{601B6B51-A5E2-C140-BDCD-EE7A15106B5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A03B050-0623-A347-BE0A-A77EA825AB06}"/>
              </a:ext>
            </a:extLst>
          </p:cNvPr>
          <p:cNvSpPr>
            <a:spLocks noGrp="1"/>
          </p:cNvSpPr>
          <p:nvPr>
            <p:ph type="sldNum" sz="quarter" idx="12"/>
          </p:nvPr>
        </p:nvSpPr>
        <p:spPr/>
        <p:txBody>
          <a:bodyPr/>
          <a:lstStyle/>
          <a:p>
            <a:fld id="{9610BF80-02AF-8D43-8AB9-DC30FC99D4D8}" type="slidenum">
              <a:rPr lang="en-US" smtClean="0"/>
              <a:t>‹#›</a:t>
            </a:fld>
            <a:endParaRPr lang="en-US"/>
          </a:p>
        </p:txBody>
      </p:sp>
    </p:spTree>
    <p:extLst>
      <p:ext uri="{BB962C8B-B14F-4D97-AF65-F5344CB8AC3E}">
        <p14:creationId xmlns:p14="http://schemas.microsoft.com/office/powerpoint/2010/main" val="95928518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1_Title Slide">
    <p:spTree>
      <p:nvGrpSpPr>
        <p:cNvPr id="1" name=""/>
        <p:cNvGrpSpPr/>
        <p:nvPr/>
      </p:nvGrpSpPr>
      <p:grpSpPr>
        <a:xfrm>
          <a:off x="0" y="0"/>
          <a:ext cx="0" cy="0"/>
          <a:chOff x="0" y="0"/>
          <a:chExt cx="0" cy="0"/>
        </a:xfrm>
      </p:grpSpPr>
      <p:pic>
        <p:nvPicPr>
          <p:cNvPr id="10" name="Picture 3" descr="C:\!!Templates\Cross-brand_Ppt_template\Diagonal45Feath35.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415925"/>
            <a:ext cx="5486400" cy="6408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p:cNvSpPr>
            <a:spLocks noChangeArrowheads="1"/>
          </p:cNvSpPr>
          <p:nvPr/>
        </p:nvSpPr>
        <p:spPr bwMode="gray">
          <a:xfrm>
            <a:off x="0" y="6477000"/>
            <a:ext cx="12192000" cy="325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0306" tIns="30145" rIns="60306" bIns="30145"/>
          <a:lstStyle>
            <a:lvl1pPr algn="l" defTabSz="614363">
              <a:defRPr>
                <a:solidFill>
                  <a:schemeClr val="tx1"/>
                </a:solidFill>
                <a:latin typeface="Arial" panose="020B0604020202020204" pitchFamily="34" charset="0"/>
              </a:defRPr>
            </a:lvl1pPr>
            <a:lvl2pPr marL="307975" algn="l" defTabSz="614363">
              <a:defRPr>
                <a:solidFill>
                  <a:schemeClr val="tx1"/>
                </a:solidFill>
                <a:latin typeface="Arial" panose="020B0604020202020204" pitchFamily="34" charset="0"/>
              </a:defRPr>
            </a:lvl2pPr>
            <a:lvl3pPr marL="614363" algn="l" defTabSz="614363">
              <a:defRPr>
                <a:solidFill>
                  <a:schemeClr val="tx1"/>
                </a:solidFill>
                <a:latin typeface="Arial" panose="020B0604020202020204" pitchFamily="34" charset="0"/>
              </a:defRPr>
            </a:lvl3pPr>
            <a:lvl4pPr marL="923925" algn="l" defTabSz="614363">
              <a:defRPr>
                <a:solidFill>
                  <a:schemeClr val="tx1"/>
                </a:solidFill>
                <a:latin typeface="Arial" panose="020B0604020202020204" pitchFamily="34" charset="0"/>
              </a:defRPr>
            </a:lvl4pPr>
            <a:lvl5pPr marL="1228725" algn="l" defTabSz="614363">
              <a:defRPr>
                <a:solidFill>
                  <a:schemeClr val="tx1"/>
                </a:solidFill>
                <a:latin typeface="Arial" panose="020B0604020202020204" pitchFamily="34" charset="0"/>
              </a:defRPr>
            </a:lvl5pPr>
            <a:lvl6pPr marL="1685925" defTabSz="614363" fontAlgn="base">
              <a:spcBef>
                <a:spcPct val="0"/>
              </a:spcBef>
              <a:spcAft>
                <a:spcPct val="0"/>
              </a:spcAft>
              <a:defRPr>
                <a:solidFill>
                  <a:schemeClr val="tx1"/>
                </a:solidFill>
                <a:latin typeface="Arial" panose="020B0604020202020204" pitchFamily="34" charset="0"/>
              </a:defRPr>
            </a:lvl6pPr>
            <a:lvl7pPr marL="2143125" defTabSz="614363" fontAlgn="base">
              <a:spcBef>
                <a:spcPct val="0"/>
              </a:spcBef>
              <a:spcAft>
                <a:spcPct val="0"/>
              </a:spcAft>
              <a:defRPr>
                <a:solidFill>
                  <a:schemeClr val="tx1"/>
                </a:solidFill>
                <a:latin typeface="Arial" panose="020B0604020202020204" pitchFamily="34" charset="0"/>
              </a:defRPr>
            </a:lvl7pPr>
            <a:lvl8pPr marL="2600325" defTabSz="614363" fontAlgn="base">
              <a:spcBef>
                <a:spcPct val="0"/>
              </a:spcBef>
              <a:spcAft>
                <a:spcPct val="0"/>
              </a:spcAft>
              <a:defRPr>
                <a:solidFill>
                  <a:schemeClr val="tx1"/>
                </a:solidFill>
                <a:latin typeface="Arial" panose="020B0604020202020204" pitchFamily="34" charset="0"/>
              </a:defRPr>
            </a:lvl8pPr>
            <a:lvl9pPr marL="3057525" defTabSz="614363" fontAlgn="base">
              <a:spcBef>
                <a:spcPct val="0"/>
              </a:spcBef>
              <a:spcAft>
                <a:spcPct val="0"/>
              </a:spcAft>
              <a:defRPr>
                <a:solidFill>
                  <a:schemeClr val="tx1"/>
                </a:solidFill>
                <a:latin typeface="Arial" panose="020B0604020202020204" pitchFamily="34" charset="0"/>
              </a:defRPr>
            </a:lvl9pPr>
          </a:lstStyle>
          <a:p>
            <a:pPr algn="ctr">
              <a:defRPr/>
            </a:pPr>
            <a:br>
              <a:rPr lang="en-US" sz="1000" dirty="0">
                <a:solidFill>
                  <a:srgbClr val="008ABF"/>
                </a:solidFill>
                <a:latin typeface="+mn-lt"/>
                <a:ea typeface="Verdana" panose="020B0604030504040204" pitchFamily="34" charset="0"/>
                <a:cs typeface="Verdana" panose="020B0604030504040204" pitchFamily="34" charset="0"/>
              </a:rPr>
            </a:br>
            <a:r>
              <a:rPr lang="en-US" sz="1000" dirty="0">
                <a:solidFill>
                  <a:srgbClr val="008ABF"/>
                </a:solidFill>
                <a:latin typeface="+mn-lt"/>
                <a:ea typeface="Verdana" panose="020B0604030504040204" pitchFamily="34" charset="0"/>
                <a:cs typeface="Verdana" panose="020B0604030504040204" pitchFamily="34" charset="0"/>
              </a:rPr>
              <a:t>Course materials may not be reproduced in whole or in part without the prior written permission of IBM.</a:t>
            </a:r>
          </a:p>
        </p:txBody>
      </p:sp>
      <p:sp>
        <p:nvSpPr>
          <p:cNvPr id="8" name="Rectangle 12"/>
          <p:cNvSpPr>
            <a:spLocks noGrp="1" noChangeArrowheads="1"/>
          </p:cNvSpPr>
          <p:nvPr>
            <p:ph type="ftr" sz="quarter" idx="10"/>
          </p:nvPr>
        </p:nvSpPr>
        <p:spPr>
          <a:xfrm>
            <a:off x="1" y="6510339"/>
            <a:ext cx="12196233" cy="141287"/>
          </a:xfrm>
        </p:spPr>
        <p:txBody>
          <a:bodyPr>
            <a:noAutofit/>
          </a:bodyPr>
          <a:lstStyle>
            <a:lvl1pPr algn="ctr">
              <a:defRPr sz="1000">
                <a:latin typeface="+mn-lt"/>
              </a:defRPr>
            </a:lvl1pPr>
          </a:lstStyle>
          <a:p>
            <a:pPr>
              <a:defRPr/>
            </a:pPr>
            <a:r>
              <a:rPr lang="en-US" dirty="0"/>
              <a:t>© Copyright IBM Corporation 2026</a:t>
            </a:r>
          </a:p>
        </p:txBody>
      </p:sp>
      <p:sp>
        <p:nvSpPr>
          <p:cNvPr id="11" name="Rectangle 20"/>
          <p:cNvSpPr>
            <a:spLocks noGrp="1" noChangeArrowheads="1"/>
          </p:cNvSpPr>
          <p:nvPr>
            <p:ph type="ctrTitle"/>
          </p:nvPr>
        </p:nvSpPr>
        <p:spPr bwMode="auto">
          <a:xfrm>
            <a:off x="4617600" y="1481328"/>
            <a:ext cx="7387200" cy="2710800"/>
          </a:xfrm>
          <a:extLst>
            <a:ext uri="{91240B29-F687-4F45-9708-019B960494DF}">
              <a14:hiddenLine xmlns:a14="http://schemas.microsoft.com/office/drawing/2010/main" w="9525" algn="ctr">
                <a:solidFill>
                  <a:schemeClr val="tx1"/>
                </a:solidFill>
                <a:miter lim="800000"/>
                <a:headEnd/>
                <a:tailEnd/>
              </a14:hiddenLine>
            </a:ext>
          </a:extLst>
        </p:spPr>
        <p:txBody>
          <a:bodyPr lIns="91440" tIns="30724" rIns="61448" bIns="30724" anchor="t"/>
          <a:lstStyle>
            <a:lvl1pPr>
              <a:defRPr sz="2900">
                <a:solidFill>
                  <a:srgbClr val="00649D"/>
                </a:solidFill>
              </a:defRPr>
            </a:lvl1pPr>
          </a:lstStyle>
          <a:p>
            <a:pPr lvl="0"/>
            <a:r>
              <a:rPr lang="en-US" noProof="0"/>
              <a:t>Click to edit Master title style</a:t>
            </a:r>
            <a:endParaRPr lang="en-US" noProof="0" dirty="0"/>
          </a:p>
        </p:txBody>
      </p:sp>
      <p:pic>
        <p:nvPicPr>
          <p:cNvPr id="12" name="Picture 6" descr="C:\!!Templates\Cross-brand_Ppt_template\!!Masthead_Final-1d.png"/>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1"/>
            <a:ext cx="12192000" cy="423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 Placeholder 2"/>
          <p:cNvSpPr>
            <a:spLocks noGrp="1"/>
          </p:cNvSpPr>
          <p:nvPr>
            <p:ph type="body" sz="quarter" idx="11" hasCustomPrompt="1"/>
          </p:nvPr>
        </p:nvSpPr>
        <p:spPr>
          <a:xfrm>
            <a:off x="4617600" y="4408714"/>
            <a:ext cx="7387200" cy="1892074"/>
          </a:xfrm>
        </p:spPr>
        <p:txBody>
          <a:bodyPr/>
          <a:lstStyle>
            <a:lvl1pPr marL="0" indent="0">
              <a:buNone/>
              <a:defRPr/>
            </a:lvl1pPr>
            <a:lvl2pPr marL="284400" indent="0">
              <a:buNone/>
              <a:defRPr/>
            </a:lvl2pPr>
          </a:lstStyle>
          <a:p>
            <a:pPr lvl="0"/>
            <a:r>
              <a:rPr lang="en-US" dirty="0"/>
              <a:t>Click to add subtitle</a:t>
            </a:r>
          </a:p>
        </p:txBody>
      </p:sp>
    </p:spTree>
    <p:extLst>
      <p:ext uri="{BB962C8B-B14F-4D97-AF65-F5344CB8AC3E}">
        <p14:creationId xmlns:p14="http://schemas.microsoft.com/office/powerpoint/2010/main" val="2074456262"/>
      </p:ext>
    </p:extLst>
  </p:cSld>
  <p:clrMapOvr>
    <a:masterClrMapping/>
  </p:clrMapOvr>
  <p:hf sldNum="0"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C3887E3-8A67-CB49-9351-641A47AA90A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AA5C1D39-F8E6-6248-8F52-69198172431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B8C3A97-2747-A54B-9830-81A4AD0ED2D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348B6AE-32B6-6940-840E-587CFD6844E6}" type="datetimeFigureOut">
              <a:rPr lang="en-US" smtClean="0"/>
              <a:t>5/12/26</a:t>
            </a:fld>
            <a:endParaRPr lang="en-US"/>
          </a:p>
        </p:txBody>
      </p:sp>
      <p:sp>
        <p:nvSpPr>
          <p:cNvPr id="5" name="Footer Placeholder 4">
            <a:extLst>
              <a:ext uri="{FF2B5EF4-FFF2-40B4-BE49-F238E27FC236}">
                <a16:creationId xmlns:a16="http://schemas.microsoft.com/office/drawing/2014/main" id="{E53FF439-DA24-9147-85A1-7000869EC44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5DE8F7B9-7942-EA4D-BF49-F8AB1AE8AFF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610BF80-02AF-8D43-8AB9-DC30FC99D4D8}" type="slidenum">
              <a:rPr lang="en-US" smtClean="0"/>
              <a:t>‹#›</a:t>
            </a:fld>
            <a:endParaRPr lang="en-US"/>
          </a:p>
        </p:txBody>
      </p:sp>
    </p:spTree>
    <p:extLst>
      <p:ext uri="{BB962C8B-B14F-4D97-AF65-F5344CB8AC3E}">
        <p14:creationId xmlns:p14="http://schemas.microsoft.com/office/powerpoint/2010/main" val="4121775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a:xfrm>
            <a:off x="4008784" y="1481328"/>
            <a:ext cx="6518817" cy="2710800"/>
          </a:xfrm>
        </p:spPr>
        <p:txBody>
          <a:bodyPr/>
          <a:lstStyle/>
          <a:p>
            <a:r>
              <a:rPr lang="en-US" sz="3200" b="0" i="0" dirty="0">
                <a:solidFill>
                  <a:srgbClr val="424242"/>
                </a:solidFill>
                <a:effectLst/>
                <a:latin typeface="Segoe UI" panose="020B0502040204020203" pitchFamily="34" charset="0"/>
              </a:rPr>
              <a:t>Db2 </a:t>
            </a:r>
            <a:r>
              <a:rPr lang="en-US" sz="3200" dirty="0">
                <a:solidFill>
                  <a:srgbClr val="424242"/>
                </a:solidFill>
                <a:latin typeface="Segoe UI" panose="020B0502040204020203" pitchFamily="34" charset="0"/>
              </a:rPr>
              <a:t>Auditing</a:t>
            </a:r>
            <a:br>
              <a:rPr lang="en-IN" dirty="0"/>
            </a:br>
            <a:endParaRPr lang="en-IN" dirty="0"/>
          </a:p>
        </p:txBody>
      </p:sp>
      <p:sp>
        <p:nvSpPr>
          <p:cNvPr id="2" name="Text Placeholder 1"/>
          <p:cNvSpPr>
            <a:spLocks noGrp="1"/>
          </p:cNvSpPr>
          <p:nvPr>
            <p:ph type="body" sz="quarter" idx="11"/>
          </p:nvPr>
        </p:nvSpPr>
        <p:spPr>
          <a:xfrm>
            <a:off x="4094922" y="3925957"/>
            <a:ext cx="7909878" cy="2374831"/>
          </a:xfrm>
        </p:spPr>
        <p:txBody>
          <a:bodyPr>
            <a:normAutofit/>
          </a:bodyPr>
          <a:lstStyle/>
          <a:p>
            <a:r>
              <a:rPr lang="en-GB" dirty="0"/>
              <a:t>Speaker</a:t>
            </a:r>
            <a:r>
              <a:rPr lang="en-US" dirty="0"/>
              <a:t>:  </a:t>
            </a:r>
            <a:r>
              <a:rPr lang="en-US" dirty="0" err="1"/>
              <a:t>Vaisakh</a:t>
            </a:r>
            <a:r>
              <a:rPr lang="en-US" dirty="0"/>
              <a:t> Gopal</a:t>
            </a:r>
            <a:endParaRPr lang="en-GB" dirty="0"/>
          </a:p>
          <a:p>
            <a:r>
              <a:rPr lang="en-GB" dirty="0"/>
              <a:t>                  IBM  Advanced Db2 Support</a:t>
            </a:r>
          </a:p>
          <a:p>
            <a:r>
              <a:rPr lang="en-GB" dirty="0"/>
              <a:t>	       </a:t>
            </a:r>
            <a:r>
              <a:rPr lang="en-GB" dirty="0" err="1"/>
              <a:t>vaisakh.gopal@ibm.com</a:t>
            </a:r>
            <a:endParaRPr lang="en-GB" dirty="0"/>
          </a:p>
          <a:p>
            <a:endParaRPr lang="en-GB" dirty="0"/>
          </a:p>
        </p:txBody>
      </p:sp>
      <p:sp>
        <p:nvSpPr>
          <p:cNvPr id="3" name="Footer Placeholder 2">
            <a:extLst>
              <a:ext uri="{FF2B5EF4-FFF2-40B4-BE49-F238E27FC236}">
                <a16:creationId xmlns:a16="http://schemas.microsoft.com/office/drawing/2014/main" id="{9B5E15F6-50E9-43E4-9862-B2830DF51F32}"/>
              </a:ext>
            </a:extLst>
          </p:cNvPr>
          <p:cNvSpPr>
            <a:spLocks noGrp="1"/>
          </p:cNvSpPr>
          <p:nvPr>
            <p:ph type="ftr" sz="quarter" idx="10"/>
          </p:nvPr>
        </p:nvSpPr>
        <p:spPr/>
        <p:txBody>
          <a:bodyPr/>
          <a:lstStyle/>
          <a:p>
            <a:pPr>
              <a:defRPr/>
            </a:pPr>
            <a:r>
              <a:rPr lang="en-US" dirty="0"/>
              <a:t>© Copyright IBM Corporation 2026</a:t>
            </a:r>
          </a:p>
        </p:txBody>
      </p:sp>
    </p:spTree>
    <p:extLst>
      <p:ext uri="{BB962C8B-B14F-4D97-AF65-F5344CB8AC3E}">
        <p14:creationId xmlns:p14="http://schemas.microsoft.com/office/powerpoint/2010/main" val="2985613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5" name="Title 4"/>
          <p:cNvSpPr>
            <a:spLocks noGrp="1"/>
          </p:cNvSpPr>
          <p:nvPr>
            <p:ph type="ctrTitle"/>
          </p:nvPr>
        </p:nvSpPr>
        <p:spPr>
          <a:xfrm>
            <a:off x="608353" y="964096"/>
            <a:ext cx="11144815" cy="5364472"/>
          </a:xfrm>
        </p:spPr>
        <p:txBody>
          <a:bodyPr>
            <a:normAutofit/>
          </a:bodyPr>
          <a:lstStyle/>
          <a:p>
            <a:pPr>
              <a:lnSpc>
                <a:spcPct val="100000"/>
              </a:lnSpc>
            </a:pPr>
            <a:r>
              <a:rPr lang="en-IN" sz="1800" dirty="0">
                <a:latin typeface="IBM Plex Sans" panose="020B0503050203000203" pitchFamily="34" charset="0"/>
              </a:rPr>
              <a:t>-To protect against and discover unknown or unacceptable </a:t>
            </a:r>
            <a:r>
              <a:rPr lang="en-IN" sz="1800" dirty="0" err="1">
                <a:latin typeface="IBM Plex Sans" panose="020B0503050203000203" pitchFamily="34" charset="0"/>
              </a:rPr>
              <a:t>behaviors</a:t>
            </a:r>
            <a:r>
              <a:rPr lang="en-IN" sz="1800" dirty="0">
                <a:latin typeface="IBM Plex Sans" panose="020B0503050203000203" pitchFamily="34" charset="0"/>
              </a:rPr>
              <a:t>, you can monitor data access by using the Db2 audit facility.</a:t>
            </a:r>
            <a:br>
              <a:rPr lang="en-IN" sz="1800" dirty="0">
                <a:latin typeface="IBM Plex Sans" panose="020B0503050203000203" pitchFamily="34" charset="0"/>
              </a:rPr>
            </a:br>
            <a:br>
              <a:rPr lang="en-IN" sz="1800" dirty="0">
                <a:latin typeface="IBM Plex Sans" panose="020B0503050203000203" pitchFamily="34" charset="0"/>
              </a:rPr>
            </a:br>
            <a:r>
              <a:rPr lang="en-IN" sz="1800" dirty="0">
                <a:latin typeface="IBM Plex Sans" panose="020B0503050203000203" pitchFamily="34" charset="0"/>
              </a:rPr>
              <a:t>-</a:t>
            </a:r>
            <a:r>
              <a:rPr lang="en-US" sz="1800" dirty="0">
                <a:latin typeface="IBM Plex Sans" panose="020B0503050203000203" pitchFamily="34" charset="0"/>
              </a:rPr>
              <a:t>P</a:t>
            </a:r>
            <a:r>
              <a:rPr lang="en-US" altLang="en-US" sz="1800" dirty="0">
                <a:latin typeface="IBM Plex Sans" panose="020B0503050203000203" pitchFamily="34" charset="0"/>
              </a:rPr>
              <a:t>redefined set of events that are logged to disk when they occur</a:t>
            </a:r>
            <a:br>
              <a:rPr lang="en-US" altLang="en-US" sz="1800" dirty="0">
                <a:latin typeface="IBM Plex Sans" panose="020B0503050203000203" pitchFamily="34" charset="0"/>
              </a:rPr>
            </a:br>
            <a:br>
              <a:rPr lang="en-US" altLang="en-US" sz="1800" dirty="0">
                <a:latin typeface="IBM Plex Sans" panose="020B0503050203000203" pitchFamily="34" charset="0"/>
              </a:rPr>
            </a:br>
            <a:r>
              <a:rPr lang="en-US" altLang="en-US" sz="1800" dirty="0">
                <a:latin typeface="IBM Plex Sans" panose="020B0503050203000203" pitchFamily="34" charset="0"/>
              </a:rPr>
              <a:t>-8 categories gather the events into manageable groups </a:t>
            </a:r>
            <a:br>
              <a:rPr lang="en-US" altLang="en-US" sz="1800" dirty="0">
                <a:latin typeface="IBM Plex Sans" panose="020B0503050203000203" pitchFamily="34" charset="0"/>
              </a:rPr>
            </a:br>
            <a:br>
              <a:rPr lang="en-US" altLang="en-US" sz="1800" dirty="0">
                <a:latin typeface="IBM Plex Sans" panose="020B0503050203000203" pitchFamily="34" charset="0"/>
              </a:rPr>
            </a:br>
            <a:r>
              <a:rPr lang="en-US" altLang="en-US" sz="1800" dirty="0">
                <a:latin typeface="IBM Plex Sans" panose="020B0503050203000203" pitchFamily="34" charset="0"/>
              </a:rPr>
              <a:t>-can be enabled at both instance and database level</a:t>
            </a:r>
            <a:br>
              <a:rPr lang="en-US" altLang="en-US" sz="1800" dirty="0">
                <a:latin typeface="IBM Plex Sans" panose="020B0503050203000203" pitchFamily="34" charset="0"/>
              </a:rPr>
            </a:br>
            <a:br>
              <a:rPr lang="en-US" altLang="en-US" sz="1800" dirty="0">
                <a:latin typeface="IBM Plex Sans" panose="020B0503050203000203" pitchFamily="34" charset="0"/>
              </a:rPr>
            </a:br>
            <a:r>
              <a:rPr lang="en-US" altLang="en-US" sz="1800" dirty="0">
                <a:latin typeface="IBM Plex Sans" panose="020B0503050203000203" pitchFamily="34" charset="0"/>
              </a:rPr>
              <a:t>-Archive and extract allows you to manage and view the logs</a:t>
            </a:r>
            <a:br>
              <a:rPr lang="en-US" altLang="en-US" sz="1800" dirty="0">
                <a:latin typeface="IBM Plex Sans" panose="020B0503050203000203" pitchFamily="34" charset="0"/>
              </a:rPr>
            </a:br>
            <a:br>
              <a:rPr lang="en-US" altLang="en-US" sz="1800" dirty="0">
                <a:latin typeface="IBM Plex Sans" panose="020B0503050203000203" pitchFamily="34" charset="0"/>
              </a:rPr>
            </a:br>
            <a:r>
              <a:rPr lang="en-US" altLang="en-US" sz="1800" dirty="0">
                <a:latin typeface="IBM Plex Sans" panose="020B0503050203000203" pitchFamily="34" charset="0"/>
              </a:rPr>
              <a:t>-Output can be redirected to a text file or delimited file</a:t>
            </a:r>
            <a:br>
              <a:rPr lang="en-US" altLang="en-US" sz="1800" dirty="0">
                <a:latin typeface="IBM Plex Sans" panose="020B0503050203000203" pitchFamily="34" charset="0"/>
              </a:rPr>
            </a:br>
            <a:br>
              <a:rPr lang="en-US" altLang="en-US" sz="1800" dirty="0">
                <a:latin typeface="IBM Plex Sans" panose="020B0503050203000203" pitchFamily="34" charset="0"/>
              </a:rPr>
            </a:br>
            <a:r>
              <a:rPr lang="en-US" altLang="en-US" sz="1800" dirty="0">
                <a:latin typeface="IBM Plex Sans" panose="020B0503050203000203" pitchFamily="34" charset="0"/>
              </a:rPr>
              <a:t>-Success and Failures can be audited</a:t>
            </a:r>
            <a:br>
              <a:rPr lang="en-US" altLang="en-US" sz="1800" dirty="0"/>
            </a:br>
            <a:br>
              <a:rPr lang="en-US" altLang="en-US" sz="1800" dirty="0"/>
            </a:br>
            <a:r>
              <a:rPr lang="en-US" altLang="en-US" sz="1800" dirty="0"/>
              <a:t>-</a:t>
            </a:r>
            <a:r>
              <a:rPr lang="en-US" altLang="en-US" sz="1800" dirty="0">
                <a:latin typeface="IBM Plex Sans" panose="020B0503050203000203" pitchFamily="34" charset="0"/>
              </a:rPr>
              <a:t>Captures WHEN,WHERE,WHAT,WHO</a:t>
            </a:r>
            <a:br>
              <a:rPr lang="en-US" altLang="en-US" sz="1800" dirty="0"/>
            </a:br>
            <a:br>
              <a:rPr lang="en-US" altLang="en-US" sz="1800" dirty="0"/>
            </a:br>
            <a:endParaRPr lang="en-IN" sz="1800" dirty="0">
              <a:latin typeface="IBM Plex Sans" panose="020B0503050203000203" pitchFamily="34" charset="0"/>
            </a:endParaRPr>
          </a:p>
        </p:txBody>
      </p:sp>
      <p:sp>
        <p:nvSpPr>
          <p:cNvPr id="3" name="Footer Placeholder 2">
            <a:extLst>
              <a:ext uri="{FF2B5EF4-FFF2-40B4-BE49-F238E27FC236}">
                <a16:creationId xmlns:a16="http://schemas.microsoft.com/office/drawing/2014/main" id="{9B5E15F6-50E9-43E4-9862-B2830DF51F32}"/>
              </a:ext>
            </a:extLst>
          </p:cNvPr>
          <p:cNvSpPr>
            <a:spLocks noGrp="1"/>
          </p:cNvSpPr>
          <p:nvPr>
            <p:ph type="ftr" sz="quarter" idx="10"/>
          </p:nvPr>
        </p:nvSpPr>
        <p:spPr/>
        <p:txBody>
          <a:bodyPr/>
          <a:lstStyle/>
          <a:p>
            <a:pPr>
              <a:defRPr/>
            </a:pPr>
            <a:r>
              <a:rPr lang="en-US" dirty="0"/>
              <a:t>© Copyright IBM Corporation 2026</a:t>
            </a:r>
          </a:p>
        </p:txBody>
      </p:sp>
      <p:sp>
        <p:nvSpPr>
          <p:cNvPr id="2" name="TextBox 1">
            <a:extLst>
              <a:ext uri="{FF2B5EF4-FFF2-40B4-BE49-F238E27FC236}">
                <a16:creationId xmlns:a16="http://schemas.microsoft.com/office/drawing/2014/main" id="{4F6FE050-4096-06E7-8351-A093ECF9C820}"/>
              </a:ext>
            </a:extLst>
          </p:cNvPr>
          <p:cNvSpPr txBox="1"/>
          <p:nvPr/>
        </p:nvSpPr>
        <p:spPr>
          <a:xfrm>
            <a:off x="556591" y="288235"/>
            <a:ext cx="11221279" cy="584775"/>
          </a:xfrm>
          <a:prstGeom prst="rect">
            <a:avLst/>
          </a:prstGeom>
          <a:noFill/>
        </p:spPr>
        <p:txBody>
          <a:bodyPr wrap="square" rtlCol="0">
            <a:spAutoFit/>
          </a:bodyPr>
          <a:lstStyle/>
          <a:p>
            <a:r>
              <a:rPr lang="en-US" sz="3200" b="1" dirty="0">
                <a:solidFill>
                  <a:srgbClr val="00649D"/>
                </a:solidFill>
                <a:latin typeface="IBM Plex Sans" panose="020B0503050203000203" pitchFamily="34" charset="0"/>
                <a:ea typeface="+mj-ea"/>
                <a:cs typeface="+mj-cs"/>
              </a:rPr>
              <a:t>Audit Overview</a:t>
            </a:r>
          </a:p>
        </p:txBody>
      </p:sp>
    </p:spTree>
    <p:extLst>
      <p:ext uri="{BB962C8B-B14F-4D97-AF65-F5344CB8AC3E}">
        <p14:creationId xmlns:p14="http://schemas.microsoft.com/office/powerpoint/2010/main" val="26419459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a:extLst>
            <a:ext uri="{FF2B5EF4-FFF2-40B4-BE49-F238E27FC236}">
              <a16:creationId xmlns:a16="http://schemas.microsoft.com/office/drawing/2014/main" id="{35A257F7-5A02-1CB0-3A0A-F9D95E1A3B88}"/>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D71B449B-3C2A-3DA0-5648-59F80B2F373D}"/>
              </a:ext>
            </a:extLst>
          </p:cNvPr>
          <p:cNvSpPr>
            <a:spLocks noGrp="1"/>
          </p:cNvSpPr>
          <p:nvPr>
            <p:ph type="ctrTitle"/>
          </p:nvPr>
        </p:nvSpPr>
        <p:spPr>
          <a:xfrm>
            <a:off x="608353" y="964096"/>
            <a:ext cx="11144815" cy="5364472"/>
          </a:xfrm>
        </p:spPr>
        <p:txBody>
          <a:bodyPr>
            <a:normAutofit/>
          </a:bodyPr>
          <a:lstStyle/>
          <a:p>
            <a:pPr>
              <a:lnSpc>
                <a:spcPct val="100000"/>
              </a:lnSpc>
            </a:pPr>
            <a:endParaRPr lang="en-IN" sz="1800" dirty="0">
              <a:latin typeface="IBM Plex Sans" panose="020B0503050203000203" pitchFamily="34" charset="0"/>
            </a:endParaRPr>
          </a:p>
        </p:txBody>
      </p:sp>
      <p:sp>
        <p:nvSpPr>
          <p:cNvPr id="3" name="Footer Placeholder 2">
            <a:extLst>
              <a:ext uri="{FF2B5EF4-FFF2-40B4-BE49-F238E27FC236}">
                <a16:creationId xmlns:a16="http://schemas.microsoft.com/office/drawing/2014/main" id="{635937B2-0D47-5BFE-DD0A-052383FDDD5A}"/>
              </a:ext>
            </a:extLst>
          </p:cNvPr>
          <p:cNvSpPr>
            <a:spLocks noGrp="1"/>
          </p:cNvSpPr>
          <p:nvPr>
            <p:ph type="ftr" sz="quarter" idx="10"/>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rPr>
              <a:t>© Copyright IBM Corporation 2026</a:t>
            </a:r>
          </a:p>
        </p:txBody>
      </p:sp>
      <p:sp>
        <p:nvSpPr>
          <p:cNvPr id="2" name="TextBox 1">
            <a:extLst>
              <a:ext uri="{FF2B5EF4-FFF2-40B4-BE49-F238E27FC236}">
                <a16:creationId xmlns:a16="http://schemas.microsoft.com/office/drawing/2014/main" id="{E05776E4-48D3-6EA3-93E5-E19CDCF947D3}"/>
              </a:ext>
            </a:extLst>
          </p:cNvPr>
          <p:cNvSpPr txBox="1"/>
          <p:nvPr/>
        </p:nvSpPr>
        <p:spPr>
          <a:xfrm>
            <a:off x="556591" y="288235"/>
            <a:ext cx="11221279"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00649D"/>
                </a:solidFill>
                <a:effectLst/>
                <a:uLnTx/>
                <a:uFillTx/>
                <a:latin typeface="IBM Plex Sans" panose="020B0503050203000203" pitchFamily="34" charset="0"/>
                <a:ea typeface="+mn-ea"/>
                <a:cs typeface="+mn-cs"/>
              </a:rPr>
              <a:t>Audit </a:t>
            </a:r>
            <a:r>
              <a:rPr lang="en-US" sz="3200" b="1" dirty="0">
                <a:solidFill>
                  <a:srgbClr val="00649D"/>
                </a:solidFill>
                <a:latin typeface="IBM Plex Sans" panose="020B0503050203000203" pitchFamily="34" charset="0"/>
              </a:rPr>
              <a:t>Architecture</a:t>
            </a:r>
            <a:endParaRPr kumimoji="0" lang="en-US" sz="3200" b="1" i="0" u="none" strike="noStrike" kern="1200" cap="none" spc="0" normalizeH="0" baseline="0" noProof="0" dirty="0">
              <a:ln>
                <a:noFill/>
              </a:ln>
              <a:solidFill>
                <a:srgbClr val="00649D"/>
              </a:solidFill>
              <a:effectLst/>
              <a:uLnTx/>
              <a:uFillTx/>
              <a:latin typeface="IBM Plex Sans" panose="020B0503050203000203" pitchFamily="34" charset="0"/>
              <a:ea typeface="+mn-ea"/>
              <a:cs typeface="+mn-cs"/>
            </a:endParaRPr>
          </a:p>
        </p:txBody>
      </p:sp>
      <p:pic>
        <p:nvPicPr>
          <p:cNvPr id="4" name="Content Placeholder 4">
            <a:extLst>
              <a:ext uri="{FF2B5EF4-FFF2-40B4-BE49-F238E27FC236}">
                <a16:creationId xmlns:a16="http://schemas.microsoft.com/office/drawing/2014/main" id="{6675FF40-73B8-D237-B71A-8326DC4236B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49641" y="1509943"/>
            <a:ext cx="7204075"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756853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a:extLst>
            <a:ext uri="{FF2B5EF4-FFF2-40B4-BE49-F238E27FC236}">
              <a16:creationId xmlns:a16="http://schemas.microsoft.com/office/drawing/2014/main" id="{6B566363-88C3-A791-39D1-187FFB8D067E}"/>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79CA1485-4F4B-43A8-F158-67663D3DE5BD}"/>
              </a:ext>
            </a:extLst>
          </p:cNvPr>
          <p:cNvSpPr>
            <a:spLocks noGrp="1"/>
          </p:cNvSpPr>
          <p:nvPr>
            <p:ph type="ctrTitle"/>
          </p:nvPr>
        </p:nvSpPr>
        <p:spPr>
          <a:xfrm>
            <a:off x="608353" y="964096"/>
            <a:ext cx="11144815" cy="5364472"/>
          </a:xfrm>
        </p:spPr>
        <p:txBody>
          <a:bodyPr>
            <a:normAutofit fontScale="90000"/>
          </a:bodyPr>
          <a:lstStyle/>
          <a:p>
            <a:pPr fontAlgn="base"/>
            <a:br>
              <a:rPr lang="en-IN" sz="1800" dirty="0">
                <a:latin typeface="IBM Plex Sans" panose="020B0503050203000203" pitchFamily="34" charset="0"/>
              </a:rPr>
            </a:br>
            <a:r>
              <a:rPr lang="en-IN" sz="1800" dirty="0">
                <a:latin typeface="IBM Plex Sans" panose="020B0503050203000203" pitchFamily="34" charset="0"/>
              </a:rPr>
              <a:t>-</a:t>
            </a:r>
            <a:r>
              <a:rPr lang="en-IN" sz="2000" dirty="0">
                <a:latin typeface="IBM Plex Sans" panose="020B0503050203000203" pitchFamily="34" charset="0"/>
              </a:rPr>
              <a:t>Audit (AUDIT). Generates records when audit settings are changed or when the audit log is accessed.</a:t>
            </a:r>
            <a:br>
              <a:rPr lang="en-IN" dirty="0"/>
            </a:br>
            <a:br>
              <a:rPr lang="en-IN" dirty="0"/>
            </a:br>
            <a:r>
              <a:rPr lang="en-IN" dirty="0"/>
              <a:t>-</a:t>
            </a:r>
            <a:r>
              <a:rPr lang="en-IN" sz="2000" dirty="0">
                <a:latin typeface="IBM Plex Sans" panose="020B0503050203000203" pitchFamily="34" charset="0"/>
              </a:rPr>
              <a:t>Authorization Checking (CHECKING). Generates records during authorization checking of attempts to access or manipulate Db2 database objects or functions.</a:t>
            </a:r>
            <a:br>
              <a:rPr lang="en-IN" sz="2000" dirty="0">
                <a:latin typeface="IBM Plex Sans" panose="020B0503050203000203" pitchFamily="34" charset="0"/>
              </a:rPr>
            </a:br>
            <a:br>
              <a:rPr lang="en-IN" sz="2000" dirty="0">
                <a:latin typeface="IBM Plex Sans" panose="020B0503050203000203" pitchFamily="34" charset="0"/>
              </a:rPr>
            </a:br>
            <a:r>
              <a:rPr lang="en-IN" sz="2000" dirty="0">
                <a:latin typeface="IBM Plex Sans" panose="020B0503050203000203" pitchFamily="34" charset="0"/>
              </a:rPr>
              <a:t>-Object Maintenance (OBJMAINT). Generates records when creating or dropping data objects, and when altering certain objects.</a:t>
            </a:r>
            <a:br>
              <a:rPr lang="en-IN" sz="2000" dirty="0">
                <a:latin typeface="IBM Plex Sans" panose="020B0503050203000203" pitchFamily="34" charset="0"/>
              </a:rPr>
            </a:br>
            <a:br>
              <a:rPr lang="en-IN" sz="2000" dirty="0">
                <a:latin typeface="IBM Plex Sans" panose="020B0503050203000203" pitchFamily="34" charset="0"/>
              </a:rPr>
            </a:br>
            <a:r>
              <a:rPr lang="en-IN" sz="2000" dirty="0">
                <a:latin typeface="IBM Plex Sans" panose="020B0503050203000203" pitchFamily="34" charset="0"/>
              </a:rPr>
              <a:t>-Security Maintenance (SECMAINT). Generates records when:</a:t>
            </a:r>
            <a:br>
              <a:rPr lang="en-IN" sz="2000" dirty="0">
                <a:latin typeface="IBM Plex Sans" panose="020B0503050203000203" pitchFamily="34" charset="0"/>
              </a:rPr>
            </a:br>
            <a:r>
              <a:rPr lang="en-IN" sz="2000" dirty="0">
                <a:latin typeface="IBM Plex Sans" panose="020B0503050203000203" pitchFamily="34" charset="0"/>
              </a:rPr>
              <a:t>	-Granting or revoking object privileges or database authorities</a:t>
            </a:r>
            <a:br>
              <a:rPr lang="en-IN" sz="2000" dirty="0">
                <a:latin typeface="IBM Plex Sans" panose="020B0503050203000203" pitchFamily="34" charset="0"/>
              </a:rPr>
            </a:br>
            <a:r>
              <a:rPr lang="en-IN" sz="2000" dirty="0">
                <a:latin typeface="IBM Plex Sans" panose="020B0503050203000203" pitchFamily="34" charset="0"/>
              </a:rPr>
              <a:t>	-Granting or revoking security labels or exemptions</a:t>
            </a:r>
            <a:br>
              <a:rPr lang="en-IN" sz="2000" dirty="0">
                <a:latin typeface="IBM Plex Sans" panose="020B0503050203000203" pitchFamily="34" charset="0"/>
              </a:rPr>
            </a:br>
            <a:r>
              <a:rPr lang="en-IN" sz="2000" dirty="0">
                <a:latin typeface="IBM Plex Sans" panose="020B0503050203000203" pitchFamily="34" charset="0"/>
              </a:rPr>
              <a:t>	-Altering the group authorization, role authorization, or override or restrict attributes of an LBAC 		security policy</a:t>
            </a:r>
            <a:br>
              <a:rPr lang="en-IN" sz="2000" dirty="0">
                <a:latin typeface="IBM Plex Sans" panose="020B0503050203000203" pitchFamily="34" charset="0"/>
              </a:rPr>
            </a:br>
            <a:r>
              <a:rPr lang="en-IN" sz="2000" dirty="0">
                <a:latin typeface="IBM Plex Sans" panose="020B0503050203000203" pitchFamily="34" charset="0"/>
              </a:rPr>
              <a:t>	-Granting or revoking the SETSESSIONUSER privilege</a:t>
            </a:r>
            <a:br>
              <a:rPr lang="en-IN" sz="2000" dirty="0">
                <a:latin typeface="IBM Plex Sans" panose="020B0503050203000203" pitchFamily="34" charset="0"/>
              </a:rPr>
            </a:br>
            <a:r>
              <a:rPr lang="en-IN" sz="2000" dirty="0">
                <a:latin typeface="IBM Plex Sans" panose="020B0503050203000203" pitchFamily="34" charset="0"/>
              </a:rPr>
              <a:t>	-Modifying any of the SYSADM_GROUP, SYSCTRL_GROUP, SYSMAINT_GROUP, or 	SYSMON_GROUP configuration parameters.</a:t>
            </a:r>
            <a:br>
              <a:rPr lang="en-IN" sz="2000" dirty="0">
                <a:latin typeface="IBM Plex Sans" panose="020B0503050203000203" pitchFamily="34" charset="0"/>
              </a:rPr>
            </a:br>
            <a:br>
              <a:rPr lang="en-IN" sz="2000" dirty="0">
                <a:latin typeface="IBM Plex Sans" panose="020B0503050203000203" pitchFamily="34" charset="0"/>
              </a:rPr>
            </a:br>
            <a:r>
              <a:rPr lang="en-IN" sz="2000" dirty="0">
                <a:latin typeface="IBM Plex Sans" panose="020B0503050203000203" pitchFamily="34" charset="0"/>
              </a:rPr>
              <a:t>-System Administration (SYSADMIN). Generates records when operations requiring SYSADM, SYSMAINT, or SYSCTRL authority are performed.</a:t>
            </a:r>
            <a:br>
              <a:rPr lang="en-IN" sz="2000" dirty="0">
                <a:latin typeface="IBM Plex Sans" panose="020B0503050203000203" pitchFamily="34" charset="0"/>
              </a:rPr>
            </a:br>
            <a:endParaRPr lang="en-IN" sz="2000" dirty="0">
              <a:latin typeface="IBM Plex Sans" panose="020B0503050203000203" pitchFamily="34" charset="0"/>
            </a:endParaRPr>
          </a:p>
        </p:txBody>
      </p:sp>
      <p:sp>
        <p:nvSpPr>
          <p:cNvPr id="3" name="Footer Placeholder 2">
            <a:extLst>
              <a:ext uri="{FF2B5EF4-FFF2-40B4-BE49-F238E27FC236}">
                <a16:creationId xmlns:a16="http://schemas.microsoft.com/office/drawing/2014/main" id="{E0D6DA46-E326-82E8-B935-19749C14A1E2}"/>
              </a:ext>
            </a:extLst>
          </p:cNvPr>
          <p:cNvSpPr>
            <a:spLocks noGrp="1"/>
          </p:cNvSpPr>
          <p:nvPr>
            <p:ph type="ftr" sz="quarter" idx="10"/>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rPr>
              <a:t>© Copyright IBM Corporation 2026</a:t>
            </a:r>
          </a:p>
        </p:txBody>
      </p:sp>
      <p:sp>
        <p:nvSpPr>
          <p:cNvPr id="2" name="TextBox 1">
            <a:extLst>
              <a:ext uri="{FF2B5EF4-FFF2-40B4-BE49-F238E27FC236}">
                <a16:creationId xmlns:a16="http://schemas.microsoft.com/office/drawing/2014/main" id="{3B9A0CDC-0D4A-9BCB-C718-521EA3A918C8}"/>
              </a:ext>
            </a:extLst>
          </p:cNvPr>
          <p:cNvSpPr txBox="1"/>
          <p:nvPr/>
        </p:nvSpPr>
        <p:spPr>
          <a:xfrm>
            <a:off x="556591" y="288235"/>
            <a:ext cx="11221279"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200" b="1" dirty="0">
                <a:solidFill>
                  <a:srgbClr val="00649D"/>
                </a:solidFill>
                <a:latin typeface="IBM Plex Sans" panose="020B0503050203000203" pitchFamily="34" charset="0"/>
              </a:rPr>
              <a:t>Audit Categories</a:t>
            </a:r>
            <a:r>
              <a:rPr kumimoji="0" lang="en-US" sz="3200" b="1" i="0" u="none" strike="noStrike" kern="1200" cap="none" spc="0" normalizeH="0" baseline="0" noProof="0" dirty="0">
                <a:ln>
                  <a:noFill/>
                </a:ln>
                <a:solidFill>
                  <a:srgbClr val="00649D"/>
                </a:solidFill>
                <a:effectLst/>
                <a:uLnTx/>
                <a:uFillTx/>
                <a:latin typeface="IBM Plex Sans" panose="020B0503050203000203" pitchFamily="34" charset="0"/>
                <a:ea typeface="+mn-ea"/>
                <a:cs typeface="+mn-cs"/>
              </a:rPr>
              <a:t>	</a:t>
            </a:r>
          </a:p>
        </p:txBody>
      </p:sp>
    </p:spTree>
    <p:extLst>
      <p:ext uri="{BB962C8B-B14F-4D97-AF65-F5344CB8AC3E}">
        <p14:creationId xmlns:p14="http://schemas.microsoft.com/office/powerpoint/2010/main" val="15268566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a:extLst>
            <a:ext uri="{FF2B5EF4-FFF2-40B4-BE49-F238E27FC236}">
              <a16:creationId xmlns:a16="http://schemas.microsoft.com/office/drawing/2014/main" id="{60B3FD0B-EB2D-F917-78D9-D26400A4E188}"/>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5D49BE6A-1DC6-661B-FD8C-D257EAD396AE}"/>
              </a:ext>
            </a:extLst>
          </p:cNvPr>
          <p:cNvSpPr>
            <a:spLocks noGrp="1"/>
          </p:cNvSpPr>
          <p:nvPr>
            <p:ph type="ctrTitle"/>
          </p:nvPr>
        </p:nvSpPr>
        <p:spPr>
          <a:xfrm>
            <a:off x="608353" y="964096"/>
            <a:ext cx="11144815" cy="5364472"/>
          </a:xfrm>
        </p:spPr>
        <p:txBody>
          <a:bodyPr>
            <a:normAutofit/>
          </a:bodyPr>
          <a:lstStyle/>
          <a:p>
            <a:pPr fontAlgn="base"/>
            <a:r>
              <a:rPr lang="en-IN" sz="1800" dirty="0">
                <a:latin typeface="IBM Plex Sans" panose="020B0503050203000203" pitchFamily="34" charset="0"/>
              </a:rPr>
              <a:t>-User Validation (VALIDATE). Generates records when authenticating users or retrieving system security information.</a:t>
            </a:r>
            <a:br>
              <a:rPr lang="en-IN" sz="1800" dirty="0">
                <a:latin typeface="IBM Plex Sans" panose="020B0503050203000203" pitchFamily="34" charset="0"/>
              </a:rPr>
            </a:br>
            <a:br>
              <a:rPr lang="en-IN" sz="1800" dirty="0">
                <a:latin typeface="IBM Plex Sans" panose="020B0503050203000203" pitchFamily="34" charset="0"/>
              </a:rPr>
            </a:br>
            <a:r>
              <a:rPr lang="en-IN" sz="1800" dirty="0">
                <a:latin typeface="IBM Plex Sans" panose="020B0503050203000203" pitchFamily="34" charset="0"/>
              </a:rPr>
              <a:t>-Operation Context (CONTEXT). Generates records to show the operation context when a database operation is performed. </a:t>
            </a:r>
            <a:br>
              <a:rPr lang="en-IN" sz="1800" dirty="0">
                <a:latin typeface="IBM Plex Sans" panose="020B0503050203000203" pitchFamily="34" charset="0"/>
              </a:rPr>
            </a:br>
            <a:br>
              <a:rPr lang="en-IN" sz="1800" dirty="0">
                <a:latin typeface="IBM Plex Sans" panose="020B0503050203000203" pitchFamily="34" charset="0"/>
              </a:rPr>
            </a:br>
            <a:r>
              <a:rPr lang="en-IN" sz="1800" dirty="0">
                <a:latin typeface="IBM Plex Sans" panose="020B0503050203000203" pitchFamily="34" charset="0"/>
              </a:rPr>
              <a:t>-Execute (EXECUTE). Generates records during the execution of SQL statements.</a:t>
            </a:r>
            <a:br>
              <a:rPr lang="en-IN" sz="1800" dirty="0">
                <a:latin typeface="IBM Plex Sans" panose="020B0503050203000203" pitchFamily="34" charset="0"/>
              </a:rPr>
            </a:br>
            <a:br>
              <a:rPr lang="en-IN" sz="1800" dirty="0">
                <a:latin typeface="IBM Plex Sans" panose="020B0503050203000203" pitchFamily="34" charset="0"/>
              </a:rPr>
            </a:br>
            <a:r>
              <a:rPr lang="en-IN" sz="1800" dirty="0">
                <a:latin typeface="IBM Plex Sans" panose="020B0503050203000203" pitchFamily="34" charset="0"/>
              </a:rPr>
              <a:t>Different events audited can be found in https://</a:t>
            </a:r>
            <a:r>
              <a:rPr lang="en-IN" sz="1800" dirty="0" err="1">
                <a:latin typeface="IBM Plex Sans" panose="020B0503050203000203" pitchFamily="34" charset="0"/>
              </a:rPr>
              <a:t>www.ibm.com</a:t>
            </a:r>
            <a:r>
              <a:rPr lang="en-IN" sz="1800" dirty="0">
                <a:latin typeface="IBM Plex Sans" panose="020B0503050203000203" pitchFamily="34" charset="0"/>
              </a:rPr>
              <a:t>/docs/</a:t>
            </a:r>
            <a:r>
              <a:rPr lang="en-IN" sz="1800" dirty="0" err="1">
                <a:latin typeface="IBM Plex Sans" panose="020B0503050203000203" pitchFamily="34" charset="0"/>
              </a:rPr>
              <a:t>en</a:t>
            </a:r>
            <a:r>
              <a:rPr lang="en-IN" sz="1800" dirty="0">
                <a:latin typeface="IBM Plex Sans" panose="020B0503050203000203" pitchFamily="34" charset="0"/>
              </a:rPr>
              <a:t>/db2/11.5.x?topic=layouts-audit-events</a:t>
            </a:r>
            <a:br>
              <a:rPr lang="en-IN" dirty="0"/>
            </a:br>
            <a:br>
              <a:rPr lang="en-IN" sz="1800" dirty="0">
                <a:latin typeface="IBM Plex Sans" panose="020B0503050203000203" pitchFamily="34" charset="0"/>
              </a:rPr>
            </a:br>
            <a:endParaRPr lang="en-IN" sz="2000" dirty="0">
              <a:latin typeface="IBM Plex Sans" panose="020B0503050203000203" pitchFamily="34" charset="0"/>
            </a:endParaRPr>
          </a:p>
        </p:txBody>
      </p:sp>
      <p:sp>
        <p:nvSpPr>
          <p:cNvPr id="3" name="Footer Placeholder 2">
            <a:extLst>
              <a:ext uri="{FF2B5EF4-FFF2-40B4-BE49-F238E27FC236}">
                <a16:creationId xmlns:a16="http://schemas.microsoft.com/office/drawing/2014/main" id="{68621B41-D9E5-0667-9717-C3078CAACB60}"/>
              </a:ext>
            </a:extLst>
          </p:cNvPr>
          <p:cNvSpPr>
            <a:spLocks noGrp="1"/>
          </p:cNvSpPr>
          <p:nvPr>
            <p:ph type="ftr" sz="quarter" idx="10"/>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rPr>
              <a:t>© Copyright IBM Corporation 2026</a:t>
            </a:r>
          </a:p>
        </p:txBody>
      </p:sp>
      <p:sp>
        <p:nvSpPr>
          <p:cNvPr id="2" name="TextBox 1">
            <a:extLst>
              <a:ext uri="{FF2B5EF4-FFF2-40B4-BE49-F238E27FC236}">
                <a16:creationId xmlns:a16="http://schemas.microsoft.com/office/drawing/2014/main" id="{3C28F7B2-B88B-02F4-2171-483AEA989188}"/>
              </a:ext>
            </a:extLst>
          </p:cNvPr>
          <p:cNvSpPr txBox="1"/>
          <p:nvPr/>
        </p:nvSpPr>
        <p:spPr>
          <a:xfrm>
            <a:off x="556591" y="288235"/>
            <a:ext cx="11221279"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00649D"/>
                </a:solidFill>
                <a:effectLst/>
                <a:uLnTx/>
                <a:uFillTx/>
                <a:latin typeface="IBM Plex Sans" panose="020B0503050203000203" pitchFamily="34" charset="0"/>
                <a:ea typeface="+mn-ea"/>
                <a:cs typeface="+mn-cs"/>
              </a:rPr>
              <a:t>Audit Categories	</a:t>
            </a:r>
          </a:p>
        </p:txBody>
      </p:sp>
    </p:spTree>
    <p:extLst>
      <p:ext uri="{BB962C8B-B14F-4D97-AF65-F5344CB8AC3E}">
        <p14:creationId xmlns:p14="http://schemas.microsoft.com/office/powerpoint/2010/main" val="17935542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a:extLst>
            <a:ext uri="{FF2B5EF4-FFF2-40B4-BE49-F238E27FC236}">
              <a16:creationId xmlns:a16="http://schemas.microsoft.com/office/drawing/2014/main" id="{290B417E-729A-1ACD-E101-D4286BBD6AB7}"/>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1A6A4EBD-E2F2-523F-9E94-922A3B9958D3}"/>
              </a:ext>
            </a:extLst>
          </p:cNvPr>
          <p:cNvSpPr>
            <a:spLocks noGrp="1"/>
          </p:cNvSpPr>
          <p:nvPr>
            <p:ph type="ctrTitle"/>
          </p:nvPr>
        </p:nvSpPr>
        <p:spPr>
          <a:xfrm>
            <a:off x="608353" y="964096"/>
            <a:ext cx="11144815" cy="5364472"/>
          </a:xfrm>
        </p:spPr>
        <p:txBody>
          <a:bodyPr>
            <a:normAutofit fontScale="90000"/>
          </a:bodyPr>
          <a:lstStyle/>
          <a:p>
            <a:r>
              <a:rPr lang="en-US" altLang="en-US" sz="2000" dirty="0">
                <a:latin typeface="IBM Plex Sans" panose="020B0503050203000203" pitchFamily="34" charset="0"/>
              </a:rPr>
              <a:t>-Auditing within DB2 is configured at two levels</a:t>
            </a:r>
            <a:br>
              <a:rPr lang="en-US" altLang="en-US" sz="2000" dirty="0">
                <a:latin typeface="IBM Plex Sans" panose="020B0503050203000203" pitchFamily="34" charset="0"/>
              </a:rPr>
            </a:br>
            <a:r>
              <a:rPr lang="en-US" altLang="en-US" sz="2000" dirty="0">
                <a:latin typeface="IBM Plex Sans" panose="020B0503050203000203" pitchFamily="34" charset="0"/>
              </a:rPr>
              <a:t>	-Instance – via db2audit tool</a:t>
            </a:r>
            <a:br>
              <a:rPr lang="en-US" altLang="en-US" sz="2000" dirty="0">
                <a:latin typeface="IBM Plex Sans" panose="020B0503050203000203" pitchFamily="34" charset="0"/>
              </a:rPr>
            </a:br>
            <a:r>
              <a:rPr lang="en-US" altLang="en-US" sz="2000" dirty="0">
                <a:latin typeface="IBM Plex Sans" panose="020B0503050203000203" pitchFamily="34" charset="0"/>
              </a:rPr>
              <a:t>	-Database – via Audit Policy database objects</a:t>
            </a:r>
            <a:br>
              <a:rPr lang="en-US" altLang="en-US" sz="2000" dirty="0">
                <a:latin typeface="IBM Plex Sans" panose="020B0503050203000203" pitchFamily="34" charset="0"/>
              </a:rPr>
            </a:br>
            <a:br>
              <a:rPr lang="en-US" altLang="en-US" sz="2000" dirty="0">
                <a:latin typeface="IBM Plex Sans" panose="020B0503050203000203" pitchFamily="34" charset="0"/>
              </a:rPr>
            </a:br>
            <a:r>
              <a:rPr lang="en-US" altLang="en-US" sz="2000" dirty="0">
                <a:latin typeface="IBM Plex Sans" panose="020B0503050203000203" pitchFamily="34" charset="0"/>
              </a:rPr>
              <a:t>-Similar categories for each level</a:t>
            </a:r>
            <a:br>
              <a:rPr lang="en-US" altLang="en-US" sz="2000" dirty="0">
                <a:latin typeface="IBM Plex Sans" panose="020B0503050203000203" pitchFamily="34" charset="0"/>
              </a:rPr>
            </a:br>
            <a:br>
              <a:rPr lang="en-US" altLang="en-US" sz="2000" dirty="0">
                <a:latin typeface="IBM Plex Sans" panose="020B0503050203000203" pitchFamily="34" charset="0"/>
              </a:rPr>
            </a:br>
            <a:r>
              <a:rPr lang="en-US" altLang="en-US" sz="2000" dirty="0">
                <a:latin typeface="IBM Plex Sans" panose="020B0503050203000203" pitchFamily="34" charset="0"/>
              </a:rPr>
              <a:t>-Only Audit Policies within the database support fine grained configuration</a:t>
            </a:r>
            <a:br>
              <a:rPr lang="en-US" altLang="en-US" sz="2000" dirty="0">
                <a:latin typeface="IBM Plex Sans" panose="020B0503050203000203" pitchFamily="34" charset="0"/>
              </a:rPr>
            </a:br>
            <a:br>
              <a:rPr lang="en-US" altLang="en-US" sz="2000" dirty="0">
                <a:latin typeface="IBM Plex Sans" panose="020B0503050203000203" pitchFamily="34" charset="0"/>
              </a:rPr>
            </a:br>
            <a:r>
              <a:rPr lang="en-US" altLang="en-US" sz="2000" dirty="0">
                <a:latin typeface="IBM Plex Sans" panose="020B0503050203000203" pitchFamily="34" charset="0"/>
              </a:rPr>
              <a:t>-An  audit policy is a database object that holds an instance of the audit configuration</a:t>
            </a:r>
            <a:br>
              <a:rPr lang="en-US" altLang="en-US" sz="2000" dirty="0">
                <a:latin typeface="IBM Plex Sans" panose="020B0503050203000203" pitchFamily="34" charset="0"/>
              </a:rPr>
            </a:br>
            <a:br>
              <a:rPr lang="en-US" altLang="en-US" sz="2000" dirty="0">
                <a:latin typeface="IBM Plex Sans" panose="020B0503050203000203" pitchFamily="34" charset="0"/>
              </a:rPr>
            </a:br>
            <a:r>
              <a:rPr lang="en-US" altLang="en-US" sz="2000" dirty="0">
                <a:latin typeface="IBM Plex Sans" panose="020B0503050203000203" pitchFamily="34" charset="0"/>
              </a:rPr>
              <a:t>Ex.  </a:t>
            </a:r>
            <a:r>
              <a:rPr lang="en-US" altLang="en-US" sz="2000" b="1" dirty="0">
                <a:latin typeface="IBM Plex Mono" panose="020B0509050203000203" pitchFamily="49" charset="77"/>
              </a:rPr>
              <a:t>CREATE AUDIT POLICY SENSITIVE_DATA_POL</a:t>
            </a:r>
            <a:br>
              <a:rPr lang="en-US" altLang="en-US" sz="2000" b="1" dirty="0">
                <a:latin typeface="IBM Plex Mono" panose="020B0509050203000203" pitchFamily="49" charset="77"/>
              </a:rPr>
            </a:br>
            <a:r>
              <a:rPr lang="en-US" altLang="en-US" sz="2000" b="1" dirty="0">
                <a:latin typeface="IBM Plex Mono" panose="020B0509050203000203" pitchFamily="49" charset="77"/>
              </a:rPr>
              <a:t>		CATEGORIES	OBJMAINT STATUS BOTH,</a:t>
            </a:r>
            <a:br>
              <a:rPr lang="en-US" altLang="en-US" sz="2000" b="1" dirty="0">
                <a:latin typeface="IBM Plex Mono" panose="020B0509050203000203" pitchFamily="49" charset="77"/>
              </a:rPr>
            </a:br>
            <a:r>
              <a:rPr lang="en-US" altLang="en-US" sz="2000" b="1" dirty="0">
                <a:latin typeface="IBM Plex Mono" panose="020B0509050203000203" pitchFamily="49" charset="77"/>
              </a:rPr>
              <a:t>				SECMAINT STATUS BOTH</a:t>
            </a:r>
            <a:br>
              <a:rPr lang="en-US" altLang="en-US" sz="2000" b="1" dirty="0">
                <a:latin typeface="IBM Plex Mono" panose="020B0509050203000203" pitchFamily="49" charset="77"/>
              </a:rPr>
            </a:br>
            <a:r>
              <a:rPr lang="en-US" altLang="en-US" sz="2000" b="1" dirty="0">
                <a:latin typeface="IBM Plex Mono" panose="020B0509050203000203" pitchFamily="49" charset="77"/>
              </a:rPr>
              <a:t>		ERROR TYPE NORMAL;</a:t>
            </a:r>
            <a:br>
              <a:rPr lang="en-US" altLang="en-US" sz="2000" dirty="0">
                <a:latin typeface="IBM Plex Sans" panose="020B0503050203000203" pitchFamily="34" charset="0"/>
              </a:rPr>
            </a:br>
            <a:br>
              <a:rPr lang="en-US" altLang="en-US" sz="2000" dirty="0">
                <a:latin typeface="IBM Plex Sans" panose="020B0503050203000203" pitchFamily="34" charset="0"/>
              </a:rPr>
            </a:br>
            <a:br>
              <a:rPr lang="en-US" altLang="en-US" sz="2000" dirty="0">
                <a:latin typeface="IBM Plex Sans" panose="020B0503050203000203" pitchFamily="34" charset="0"/>
              </a:rPr>
            </a:br>
            <a:r>
              <a:rPr lang="en-US" altLang="en-US" sz="2000" dirty="0">
                <a:latin typeface="IBM Plex Sans" panose="020B0503050203000203" pitchFamily="34" charset="0"/>
              </a:rPr>
              <a:t>-Can be used within a database to provide granular audit capabilities</a:t>
            </a:r>
            <a:br>
              <a:rPr lang="en-US" altLang="en-US" sz="2000" dirty="0">
                <a:latin typeface="IBM Plex Sans" panose="020B0503050203000203" pitchFamily="34" charset="0"/>
              </a:rPr>
            </a:br>
            <a:br>
              <a:rPr lang="en-IN" dirty="0"/>
            </a:br>
            <a:br>
              <a:rPr lang="en-IN" sz="1800" dirty="0">
                <a:latin typeface="IBM Plex Sans" panose="020B0503050203000203" pitchFamily="34" charset="0"/>
              </a:rPr>
            </a:br>
            <a:endParaRPr lang="en-IN" sz="2000" dirty="0">
              <a:latin typeface="IBM Plex Sans" panose="020B0503050203000203" pitchFamily="34" charset="0"/>
            </a:endParaRPr>
          </a:p>
        </p:txBody>
      </p:sp>
      <p:sp>
        <p:nvSpPr>
          <p:cNvPr id="3" name="Footer Placeholder 2">
            <a:extLst>
              <a:ext uri="{FF2B5EF4-FFF2-40B4-BE49-F238E27FC236}">
                <a16:creationId xmlns:a16="http://schemas.microsoft.com/office/drawing/2014/main" id="{E50AF81F-3B8C-3484-1D01-4A06CC9ED06A}"/>
              </a:ext>
            </a:extLst>
          </p:cNvPr>
          <p:cNvSpPr>
            <a:spLocks noGrp="1"/>
          </p:cNvSpPr>
          <p:nvPr>
            <p:ph type="ftr" sz="quarter" idx="10"/>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rPr>
              <a:t>© Copyright IBM Corporation 2026</a:t>
            </a:r>
          </a:p>
        </p:txBody>
      </p:sp>
      <p:sp>
        <p:nvSpPr>
          <p:cNvPr id="2" name="TextBox 1">
            <a:extLst>
              <a:ext uri="{FF2B5EF4-FFF2-40B4-BE49-F238E27FC236}">
                <a16:creationId xmlns:a16="http://schemas.microsoft.com/office/drawing/2014/main" id="{8536424F-35ED-47FE-3256-0193A636EF58}"/>
              </a:ext>
            </a:extLst>
          </p:cNvPr>
          <p:cNvSpPr txBox="1"/>
          <p:nvPr/>
        </p:nvSpPr>
        <p:spPr>
          <a:xfrm>
            <a:off x="556591" y="288235"/>
            <a:ext cx="11221279"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00649D"/>
                </a:solidFill>
                <a:effectLst/>
                <a:uLnTx/>
                <a:uFillTx/>
                <a:latin typeface="IBM Plex Sans" panose="020B0503050203000203" pitchFamily="34" charset="0"/>
                <a:ea typeface="+mn-ea"/>
                <a:cs typeface="+mn-cs"/>
              </a:rPr>
              <a:t>Audit Configuration	</a:t>
            </a:r>
          </a:p>
        </p:txBody>
      </p:sp>
    </p:spTree>
    <p:extLst>
      <p:ext uri="{BB962C8B-B14F-4D97-AF65-F5344CB8AC3E}">
        <p14:creationId xmlns:p14="http://schemas.microsoft.com/office/powerpoint/2010/main" val="5843847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a:extLst>
            <a:ext uri="{FF2B5EF4-FFF2-40B4-BE49-F238E27FC236}">
              <a16:creationId xmlns:a16="http://schemas.microsoft.com/office/drawing/2014/main" id="{E8784653-2209-AD3F-17A6-BF6B5534A6FF}"/>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6DB559CA-ABFB-ADB4-5DC2-14145ECB0249}"/>
              </a:ext>
            </a:extLst>
          </p:cNvPr>
          <p:cNvSpPr>
            <a:spLocks noGrp="1"/>
          </p:cNvSpPr>
          <p:nvPr>
            <p:ph type="ctrTitle"/>
          </p:nvPr>
        </p:nvSpPr>
        <p:spPr>
          <a:xfrm>
            <a:off x="608353" y="964096"/>
            <a:ext cx="11144815" cy="5364472"/>
          </a:xfrm>
        </p:spPr>
        <p:txBody>
          <a:bodyPr>
            <a:normAutofit/>
          </a:bodyPr>
          <a:lstStyle/>
          <a:p>
            <a:r>
              <a:rPr lang="en-US" altLang="en-US" sz="1800" dirty="0">
                <a:latin typeface="IBM Plex Sans" panose="020B0503050203000203" pitchFamily="34" charset="0"/>
              </a:rPr>
              <a:t>Audit policies can be associated with a number of database objects to control what is audited</a:t>
            </a:r>
            <a:br>
              <a:rPr lang="en-US" altLang="en-US" sz="1800" dirty="0">
                <a:latin typeface="IBM Plex Sans" panose="020B0503050203000203" pitchFamily="34" charset="0"/>
              </a:rPr>
            </a:br>
            <a:r>
              <a:rPr lang="en-US" altLang="en-US" sz="1800" dirty="0">
                <a:latin typeface="IBM Plex Sans" panose="020B0503050203000203" pitchFamily="34" charset="0"/>
              </a:rPr>
              <a:t>	-The database itself</a:t>
            </a:r>
            <a:br>
              <a:rPr lang="en-US" altLang="en-US" sz="1800" dirty="0">
                <a:latin typeface="IBM Plex Sans" panose="020B0503050203000203" pitchFamily="34" charset="0"/>
              </a:rPr>
            </a:br>
            <a:r>
              <a:rPr lang="en-US" altLang="en-US" sz="1800" dirty="0">
                <a:latin typeface="IBM Plex Sans" panose="020B0503050203000203" pitchFamily="34" charset="0"/>
              </a:rPr>
              <a:t>	-Tables</a:t>
            </a:r>
            <a:br>
              <a:rPr lang="en-US" altLang="en-US" sz="1800" dirty="0">
                <a:latin typeface="IBM Plex Sans" panose="020B0503050203000203" pitchFamily="34" charset="0"/>
              </a:rPr>
            </a:br>
            <a:r>
              <a:rPr lang="en-US" altLang="en-US" sz="1800" dirty="0">
                <a:latin typeface="IBM Plex Sans" panose="020B0503050203000203" pitchFamily="34" charset="0"/>
              </a:rPr>
              <a:t>	-Authorities such as SYSADM, DBADM and SECADM</a:t>
            </a:r>
            <a:br>
              <a:rPr lang="en-US" altLang="en-US" sz="1800" dirty="0">
                <a:latin typeface="IBM Plex Sans" panose="020B0503050203000203" pitchFamily="34" charset="0"/>
              </a:rPr>
            </a:br>
            <a:r>
              <a:rPr lang="en-US" altLang="en-US" sz="1800" dirty="0">
                <a:latin typeface="IBM Plex Sans" panose="020B0503050203000203" pitchFamily="34" charset="0"/>
              </a:rPr>
              <a:t>	-Users and groups</a:t>
            </a:r>
            <a:br>
              <a:rPr lang="en-US" altLang="en-US" sz="1800" dirty="0">
                <a:latin typeface="IBM Plex Sans" panose="020B0503050203000203" pitchFamily="34" charset="0"/>
              </a:rPr>
            </a:br>
            <a:r>
              <a:rPr lang="en-US" altLang="en-US" sz="1800" dirty="0">
                <a:latin typeface="IBM Plex Sans" panose="020B0503050203000203" pitchFamily="34" charset="0"/>
              </a:rPr>
              <a:t>	-Roles</a:t>
            </a:r>
            <a:br>
              <a:rPr lang="en-US" altLang="en-US" sz="1800" dirty="0">
                <a:latin typeface="IBM Plex Sans" panose="020B0503050203000203" pitchFamily="34" charset="0"/>
              </a:rPr>
            </a:br>
            <a:r>
              <a:rPr lang="en-US" altLang="en-US" sz="1800" dirty="0">
                <a:latin typeface="IBM Plex Sans" panose="020B0503050203000203" pitchFamily="34" charset="0"/>
              </a:rPr>
              <a:t>	-Trusted Connections</a:t>
            </a:r>
            <a:br>
              <a:rPr lang="en-US" altLang="en-US" sz="1800" dirty="0">
                <a:latin typeface="IBM Plex Sans" panose="020B0503050203000203" pitchFamily="34" charset="0"/>
              </a:rPr>
            </a:br>
            <a:br>
              <a:rPr lang="en-US" altLang="en-US" sz="1800" dirty="0">
                <a:latin typeface="IBM Plex Sans" panose="020B0503050203000203" pitchFamily="34" charset="0"/>
              </a:rPr>
            </a:br>
            <a:r>
              <a:rPr lang="en-US" altLang="en-US" sz="1800" dirty="0">
                <a:latin typeface="IBM Plex Sans" panose="020B0503050203000203" pitchFamily="34" charset="0"/>
              </a:rPr>
              <a:t>This granularity allows a narrowed focus on exactly what needs to be audited</a:t>
            </a:r>
            <a:br>
              <a:rPr lang="en-US" altLang="en-US" sz="2000" dirty="0"/>
            </a:br>
            <a:br>
              <a:rPr lang="en-US" altLang="en-US" sz="2000" dirty="0">
                <a:latin typeface="IBM Plex Sans" panose="020B0503050203000203" pitchFamily="34" charset="0"/>
              </a:rPr>
            </a:br>
            <a:r>
              <a:rPr lang="en-US" altLang="en-US" sz="1800" dirty="0">
                <a:latin typeface="IBM Plex Sans" panose="020B0503050203000203" pitchFamily="34" charset="0"/>
              </a:rPr>
              <a:t>An Audit Policy is associated with a database object using the AUDIT statement</a:t>
            </a:r>
            <a:br>
              <a:rPr lang="en-US" altLang="en-US" sz="1800" dirty="0">
                <a:latin typeface="IBM Plex Sans" panose="020B0503050203000203" pitchFamily="34" charset="0"/>
              </a:rPr>
            </a:br>
            <a:r>
              <a:rPr lang="en-US" altLang="en-US" sz="1800" dirty="0">
                <a:latin typeface="IBM Plex Sans" panose="020B0503050203000203" pitchFamily="34" charset="0"/>
              </a:rPr>
              <a:t>Many objects can be audited according to a single audit policy</a:t>
            </a:r>
            <a:br>
              <a:rPr lang="en-US" altLang="en-US" sz="1800" dirty="0">
                <a:latin typeface="IBM Plex Sans" panose="020B0503050203000203" pitchFamily="34" charset="0"/>
              </a:rPr>
            </a:br>
            <a:r>
              <a:rPr lang="en-US" altLang="en-US" sz="1800" dirty="0">
                <a:latin typeface="IBM Plex Sans" panose="020B0503050203000203" pitchFamily="34" charset="0"/>
              </a:rPr>
              <a:t>Only one audit policy can be associated with any one object</a:t>
            </a:r>
            <a:br>
              <a:rPr lang="en-US" altLang="en-US" sz="1800" dirty="0">
                <a:latin typeface="IBM Plex Sans" panose="020B0503050203000203" pitchFamily="34" charset="0"/>
              </a:rPr>
            </a:br>
            <a:br>
              <a:rPr lang="en-US" altLang="en-US" sz="1800" dirty="0">
                <a:latin typeface="IBM Plex Sans" panose="020B0503050203000203" pitchFamily="34" charset="0"/>
              </a:rPr>
            </a:br>
            <a:r>
              <a:rPr lang="en-US" altLang="en-US" sz="1800" b="1" dirty="0">
                <a:latin typeface="IBM Plex Mono" panose="020B0509050203000203" pitchFamily="49" charset="77"/>
              </a:rPr>
              <a:t>AUDIT AUTHORITY DBADM, ROLE MARKETING</a:t>
            </a:r>
            <a:br>
              <a:rPr lang="en-US" altLang="en-US" sz="1800" b="1" dirty="0">
                <a:latin typeface="IBM Plex Mono" panose="020B0509050203000203" pitchFamily="49" charset="77"/>
              </a:rPr>
            </a:br>
            <a:r>
              <a:rPr lang="en-US" altLang="en-US" sz="1800" b="1" dirty="0">
                <a:latin typeface="IBM Plex Mono" panose="020B0509050203000203" pitchFamily="49" charset="77"/>
              </a:rPr>
              <a:t>		USING POLICY SENSITIVE_DATA_POL;</a:t>
            </a:r>
            <a:br>
              <a:rPr lang="en-US" altLang="en-US" sz="2800" dirty="0"/>
            </a:br>
            <a:br>
              <a:rPr lang="en-IN" dirty="0"/>
            </a:br>
            <a:br>
              <a:rPr lang="en-IN" sz="1800" dirty="0">
                <a:latin typeface="IBM Plex Sans" panose="020B0503050203000203" pitchFamily="34" charset="0"/>
              </a:rPr>
            </a:br>
            <a:endParaRPr lang="en-IN" sz="2000" dirty="0">
              <a:latin typeface="IBM Plex Sans" panose="020B0503050203000203" pitchFamily="34" charset="0"/>
            </a:endParaRPr>
          </a:p>
        </p:txBody>
      </p:sp>
      <p:sp>
        <p:nvSpPr>
          <p:cNvPr id="3" name="Footer Placeholder 2">
            <a:extLst>
              <a:ext uri="{FF2B5EF4-FFF2-40B4-BE49-F238E27FC236}">
                <a16:creationId xmlns:a16="http://schemas.microsoft.com/office/drawing/2014/main" id="{C12C3ED5-6028-7D58-2EBD-ACD5F4C4BC6B}"/>
              </a:ext>
            </a:extLst>
          </p:cNvPr>
          <p:cNvSpPr>
            <a:spLocks noGrp="1"/>
          </p:cNvSpPr>
          <p:nvPr>
            <p:ph type="ftr" sz="quarter" idx="10"/>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rPr>
              <a:t>© Copyright IBM Corporation 2026</a:t>
            </a:r>
          </a:p>
        </p:txBody>
      </p:sp>
      <p:sp>
        <p:nvSpPr>
          <p:cNvPr id="2" name="TextBox 1">
            <a:extLst>
              <a:ext uri="{FF2B5EF4-FFF2-40B4-BE49-F238E27FC236}">
                <a16:creationId xmlns:a16="http://schemas.microsoft.com/office/drawing/2014/main" id="{43F5BF10-AC23-11ED-F550-4E434606FA5F}"/>
              </a:ext>
            </a:extLst>
          </p:cNvPr>
          <p:cNvSpPr txBox="1"/>
          <p:nvPr/>
        </p:nvSpPr>
        <p:spPr>
          <a:xfrm>
            <a:off x="556591" y="288235"/>
            <a:ext cx="11221279"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200" b="1" dirty="0">
                <a:solidFill>
                  <a:srgbClr val="00649D"/>
                </a:solidFill>
                <a:latin typeface="IBM Plex Sans" panose="020B0503050203000203" pitchFamily="34" charset="0"/>
              </a:rPr>
              <a:t>Database Audit Granularity</a:t>
            </a:r>
            <a:r>
              <a:rPr kumimoji="0" lang="en-US" sz="3200" b="1" i="0" u="none" strike="noStrike" kern="1200" cap="none" spc="0" normalizeH="0" baseline="0" noProof="0" dirty="0">
                <a:ln>
                  <a:noFill/>
                </a:ln>
                <a:solidFill>
                  <a:srgbClr val="00649D"/>
                </a:solidFill>
                <a:effectLst/>
                <a:uLnTx/>
                <a:uFillTx/>
                <a:latin typeface="IBM Plex Sans" panose="020B0503050203000203" pitchFamily="34" charset="0"/>
                <a:ea typeface="+mn-ea"/>
                <a:cs typeface="+mn-cs"/>
              </a:rPr>
              <a:t>	</a:t>
            </a:r>
          </a:p>
        </p:txBody>
      </p:sp>
    </p:spTree>
    <p:extLst>
      <p:ext uri="{BB962C8B-B14F-4D97-AF65-F5344CB8AC3E}">
        <p14:creationId xmlns:p14="http://schemas.microsoft.com/office/powerpoint/2010/main" val="15520741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a:extLst>
            <a:ext uri="{FF2B5EF4-FFF2-40B4-BE49-F238E27FC236}">
              <a16:creationId xmlns:a16="http://schemas.microsoft.com/office/drawing/2014/main" id="{5F2D734C-5465-6575-0A47-7BCF19D05E0F}"/>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6AE16419-D28A-A802-B3CB-C7FF7073EA88}"/>
              </a:ext>
            </a:extLst>
          </p:cNvPr>
          <p:cNvSpPr>
            <a:spLocks noGrp="1"/>
          </p:cNvSpPr>
          <p:nvPr>
            <p:ph type="ctrTitle"/>
          </p:nvPr>
        </p:nvSpPr>
        <p:spPr>
          <a:xfrm>
            <a:off x="608353" y="964096"/>
            <a:ext cx="11144815" cy="5364472"/>
          </a:xfrm>
        </p:spPr>
        <p:txBody>
          <a:bodyPr>
            <a:normAutofit fontScale="90000"/>
          </a:bodyPr>
          <a:lstStyle/>
          <a:p>
            <a:r>
              <a:rPr lang="en-US" altLang="en-US" sz="2000" dirty="0">
                <a:latin typeface="IBM Plex Sans" panose="020B0503050203000203" pitchFamily="34" charset="0"/>
              </a:rPr>
              <a:t>Configured using db2audit command</a:t>
            </a:r>
            <a:br>
              <a:rPr lang="en-US" altLang="en-US" sz="2000" dirty="0">
                <a:latin typeface="IBM Plex Sans" panose="020B0503050203000203" pitchFamily="34" charset="0"/>
              </a:rPr>
            </a:br>
            <a:br>
              <a:rPr lang="en-US" altLang="en-US" sz="2000" dirty="0">
                <a:latin typeface="IBM Plex Sans" panose="020B0503050203000203" pitchFamily="34" charset="0"/>
              </a:rPr>
            </a:br>
            <a:r>
              <a:rPr lang="en-US" altLang="en-US" sz="2000" dirty="0" err="1">
                <a:latin typeface="IBM Plex Sans" panose="020B0503050203000203" pitchFamily="34" charset="0"/>
              </a:rPr>
              <a:t>eg.</a:t>
            </a:r>
            <a:r>
              <a:rPr lang="en-US" altLang="en-US" sz="2000" dirty="0">
                <a:latin typeface="IBM Plex Sans" panose="020B0503050203000203" pitchFamily="34" charset="0"/>
              </a:rPr>
              <a:t> </a:t>
            </a:r>
            <a:br>
              <a:rPr lang="en-US" altLang="en-US" sz="1800" dirty="0">
                <a:latin typeface="IBM Plex Sans" panose="020B0503050203000203" pitchFamily="34" charset="0"/>
              </a:rPr>
            </a:br>
            <a:br>
              <a:rPr lang="en-US" altLang="en-US" sz="1800" dirty="0">
                <a:latin typeface="IBM Plex Sans" panose="020B0503050203000203" pitchFamily="34" charset="0"/>
              </a:rPr>
            </a:br>
            <a:r>
              <a:rPr lang="en-US" altLang="en-US" sz="2000" b="1" dirty="0">
                <a:latin typeface="IBM Plex Mono" panose="020B0509050203000203" pitchFamily="49" charset="77"/>
              </a:rPr>
              <a:t>db2audit configure </a:t>
            </a:r>
            <a:r>
              <a:rPr lang="en-US" altLang="en-US" sz="2000" b="1" dirty="0" err="1">
                <a:latin typeface="IBM Plex Mono" panose="020B0509050203000203" pitchFamily="49" charset="77"/>
              </a:rPr>
              <a:t>datapath</a:t>
            </a:r>
            <a:r>
              <a:rPr lang="en-US" altLang="en-US" sz="2000" b="1" dirty="0">
                <a:latin typeface="IBM Plex Mono" panose="020B0509050203000203" pitchFamily="49" charset="77"/>
              </a:rPr>
              <a:t> /</a:t>
            </a:r>
            <a:r>
              <a:rPr lang="en-US" altLang="en-US" sz="2000" b="1" dirty="0" err="1">
                <a:latin typeface="IBM Plex Mono" panose="020B0509050203000203" pitchFamily="49" charset="77"/>
              </a:rPr>
              <a:t>auditdata</a:t>
            </a:r>
            <a:br>
              <a:rPr lang="en-US" altLang="en-US" sz="2000" b="1" dirty="0">
                <a:latin typeface="IBM Plex Mono" panose="020B0509050203000203" pitchFamily="49" charset="77"/>
              </a:rPr>
            </a:br>
            <a:r>
              <a:rPr lang="en-US" altLang="en-US" sz="2000" b="1" dirty="0">
                <a:latin typeface="IBM Plex Mono" panose="020B0509050203000203" pitchFamily="49" charset="77"/>
              </a:rPr>
              <a:t>db2audit configure </a:t>
            </a:r>
            <a:r>
              <a:rPr lang="en-US" altLang="en-US" sz="2000" b="1" dirty="0" err="1">
                <a:latin typeface="IBM Plex Mono" panose="020B0509050203000203" pitchFamily="49" charset="77"/>
              </a:rPr>
              <a:t>archivepath</a:t>
            </a:r>
            <a:r>
              <a:rPr lang="en-US" altLang="en-US" sz="2000" b="1" dirty="0">
                <a:latin typeface="IBM Plex Mono" panose="020B0509050203000203" pitchFamily="49" charset="77"/>
              </a:rPr>
              <a:t> /</a:t>
            </a:r>
            <a:r>
              <a:rPr lang="en-US" altLang="en-US" sz="2000" b="1" dirty="0" err="1">
                <a:latin typeface="IBM Plex Mono" panose="020B0509050203000203" pitchFamily="49" charset="77"/>
              </a:rPr>
              <a:t>archivedata</a:t>
            </a:r>
            <a:br>
              <a:rPr lang="en-US" altLang="en-US" sz="2000" b="1" dirty="0">
                <a:latin typeface="IBM Plex Mono" panose="020B0509050203000203" pitchFamily="49" charset="77"/>
              </a:rPr>
            </a:br>
            <a:r>
              <a:rPr lang="en-US" altLang="en-US" sz="2000" b="1" dirty="0">
                <a:latin typeface="IBM Plex Mono" panose="020B0509050203000203" pitchFamily="49" charset="77"/>
              </a:rPr>
              <a:t>db2audit configure scope sysadmin status both</a:t>
            </a:r>
            <a:br>
              <a:rPr lang="en-US" altLang="en-US" sz="2800" b="1" dirty="0"/>
            </a:br>
            <a:br>
              <a:rPr lang="en-US" altLang="en-US" sz="2800" b="1" dirty="0"/>
            </a:br>
            <a:r>
              <a:rPr lang="en-US" altLang="en-US" sz="2000" dirty="0">
                <a:latin typeface="IBM Plex Sans" panose="020B0503050203000203" pitchFamily="34" charset="0"/>
              </a:rPr>
              <a:t>To start, </a:t>
            </a:r>
            <a:br>
              <a:rPr lang="en-US" altLang="en-US" sz="2000" dirty="0">
                <a:latin typeface="IBM Plex Sans" panose="020B0503050203000203" pitchFamily="34" charset="0"/>
              </a:rPr>
            </a:br>
            <a:br>
              <a:rPr lang="en-US" altLang="en-US" sz="2800" dirty="0">
                <a:latin typeface="IBM Plex Sans" panose="020B0503050203000203" pitchFamily="34" charset="0"/>
              </a:rPr>
            </a:br>
            <a:r>
              <a:rPr lang="en-US" altLang="en-US" sz="2000" b="1" dirty="0">
                <a:latin typeface="IBM Plex Mono" panose="020B0509050203000203" pitchFamily="49" charset="77"/>
              </a:rPr>
              <a:t>db2audit start</a:t>
            </a:r>
            <a:br>
              <a:rPr lang="en-US" altLang="en-US" sz="2800" dirty="0">
                <a:latin typeface="IBM Plex Sans" panose="020B0503050203000203" pitchFamily="34" charset="0"/>
              </a:rPr>
            </a:br>
            <a:br>
              <a:rPr lang="en-US" altLang="en-US" sz="2800" dirty="0">
                <a:latin typeface="IBM Plex Sans" panose="020B0503050203000203" pitchFamily="34" charset="0"/>
              </a:rPr>
            </a:br>
            <a:r>
              <a:rPr lang="en-US" altLang="en-US" sz="2000" dirty="0">
                <a:latin typeface="IBM Plex Sans" panose="020B0503050203000203" pitchFamily="34" charset="0"/>
              </a:rPr>
              <a:t>To stop,</a:t>
            </a:r>
            <a:br>
              <a:rPr lang="en-US" altLang="en-US" sz="2800" dirty="0">
                <a:latin typeface="IBM Plex Sans" panose="020B0503050203000203" pitchFamily="34" charset="0"/>
              </a:rPr>
            </a:br>
            <a:br>
              <a:rPr lang="en-US" altLang="en-US" sz="2800" dirty="0">
                <a:latin typeface="IBM Plex Sans" panose="020B0503050203000203" pitchFamily="34" charset="0"/>
              </a:rPr>
            </a:br>
            <a:r>
              <a:rPr lang="en-US" altLang="en-US" sz="2000" b="1" dirty="0">
                <a:latin typeface="IBM Plex Mono" panose="020B0509050203000203" pitchFamily="49" charset="77"/>
              </a:rPr>
              <a:t>db2audit stop</a:t>
            </a:r>
            <a:br>
              <a:rPr lang="en-US" altLang="en-US" sz="2800" dirty="0">
                <a:latin typeface="IBM Plex Sans" panose="020B0503050203000203" pitchFamily="34" charset="0"/>
              </a:rPr>
            </a:br>
            <a:br>
              <a:rPr lang="en-US" altLang="en-US" sz="2800" dirty="0">
                <a:latin typeface="IBM Plex Sans" panose="020B0503050203000203" pitchFamily="34" charset="0"/>
              </a:rPr>
            </a:br>
            <a:r>
              <a:rPr lang="en-US" altLang="en-US" sz="2000" dirty="0">
                <a:latin typeface="IBM Plex Sans" panose="020B0503050203000203" pitchFamily="34" charset="0"/>
              </a:rPr>
              <a:t>To check current settings</a:t>
            </a:r>
            <a:br>
              <a:rPr lang="en-US" altLang="en-US" sz="2000" dirty="0">
                <a:latin typeface="IBM Plex Sans" panose="020B0503050203000203" pitchFamily="34" charset="0"/>
              </a:rPr>
            </a:br>
            <a:br>
              <a:rPr lang="en-US" altLang="en-US" sz="2800" dirty="0">
                <a:latin typeface="IBM Plex Sans" panose="020B0503050203000203" pitchFamily="34" charset="0"/>
              </a:rPr>
            </a:br>
            <a:r>
              <a:rPr lang="en-US" altLang="en-US" sz="2000" b="1" dirty="0">
                <a:latin typeface="IBM Plex Mono" panose="020B0509050203000203" pitchFamily="49" charset="77"/>
              </a:rPr>
              <a:t>db2audit describe</a:t>
            </a:r>
            <a:br>
              <a:rPr lang="en-US" altLang="en-US" sz="2800" dirty="0"/>
            </a:br>
            <a:br>
              <a:rPr lang="en-IN" dirty="0"/>
            </a:br>
            <a:br>
              <a:rPr lang="en-IN" sz="1800" dirty="0">
                <a:latin typeface="IBM Plex Sans" panose="020B0503050203000203" pitchFamily="34" charset="0"/>
              </a:rPr>
            </a:br>
            <a:endParaRPr lang="en-IN" sz="2000" dirty="0">
              <a:latin typeface="IBM Plex Sans" panose="020B0503050203000203" pitchFamily="34" charset="0"/>
            </a:endParaRPr>
          </a:p>
        </p:txBody>
      </p:sp>
      <p:sp>
        <p:nvSpPr>
          <p:cNvPr id="3" name="Footer Placeholder 2">
            <a:extLst>
              <a:ext uri="{FF2B5EF4-FFF2-40B4-BE49-F238E27FC236}">
                <a16:creationId xmlns:a16="http://schemas.microsoft.com/office/drawing/2014/main" id="{D60AB2EB-64E6-FBD2-AE5F-41EB177AF652}"/>
              </a:ext>
            </a:extLst>
          </p:cNvPr>
          <p:cNvSpPr>
            <a:spLocks noGrp="1"/>
          </p:cNvSpPr>
          <p:nvPr>
            <p:ph type="ftr" sz="quarter" idx="10"/>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rPr>
              <a:t>© Copyright IBM Corporation 2026</a:t>
            </a:r>
          </a:p>
        </p:txBody>
      </p:sp>
      <p:sp>
        <p:nvSpPr>
          <p:cNvPr id="2" name="TextBox 1">
            <a:extLst>
              <a:ext uri="{FF2B5EF4-FFF2-40B4-BE49-F238E27FC236}">
                <a16:creationId xmlns:a16="http://schemas.microsoft.com/office/drawing/2014/main" id="{0EA52F2A-B892-98D0-D393-2B080749431B}"/>
              </a:ext>
            </a:extLst>
          </p:cNvPr>
          <p:cNvSpPr txBox="1"/>
          <p:nvPr/>
        </p:nvSpPr>
        <p:spPr>
          <a:xfrm>
            <a:off x="556591" y="288235"/>
            <a:ext cx="11221279"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200" b="1" dirty="0">
                <a:solidFill>
                  <a:srgbClr val="00649D"/>
                </a:solidFill>
                <a:latin typeface="IBM Plex Sans" panose="020B0503050203000203" pitchFamily="34" charset="0"/>
              </a:rPr>
              <a:t>Instance level Auditing</a:t>
            </a:r>
            <a:r>
              <a:rPr kumimoji="0" lang="en-US" sz="3200" b="1" i="0" u="none" strike="noStrike" kern="1200" cap="none" spc="0" normalizeH="0" baseline="0" noProof="0" dirty="0">
                <a:ln>
                  <a:noFill/>
                </a:ln>
                <a:solidFill>
                  <a:srgbClr val="00649D"/>
                </a:solidFill>
                <a:effectLst/>
                <a:uLnTx/>
                <a:uFillTx/>
                <a:latin typeface="IBM Plex Sans" panose="020B0503050203000203" pitchFamily="34" charset="0"/>
                <a:ea typeface="+mn-ea"/>
                <a:cs typeface="+mn-cs"/>
              </a:rPr>
              <a:t>	</a:t>
            </a:r>
          </a:p>
        </p:txBody>
      </p:sp>
    </p:spTree>
    <p:extLst>
      <p:ext uri="{BB962C8B-B14F-4D97-AF65-F5344CB8AC3E}">
        <p14:creationId xmlns:p14="http://schemas.microsoft.com/office/powerpoint/2010/main" val="5151795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a:extLst>
            <a:ext uri="{FF2B5EF4-FFF2-40B4-BE49-F238E27FC236}">
              <a16:creationId xmlns:a16="http://schemas.microsoft.com/office/drawing/2014/main" id="{831CDEBE-FBD4-46F2-78CA-10F32AF1CEB0}"/>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AB9C026A-DAF4-B7AD-F8F6-A6622ACB3B47}"/>
              </a:ext>
            </a:extLst>
          </p:cNvPr>
          <p:cNvSpPr>
            <a:spLocks noGrp="1"/>
          </p:cNvSpPr>
          <p:nvPr>
            <p:ph type="ctrTitle"/>
          </p:nvPr>
        </p:nvSpPr>
        <p:spPr>
          <a:xfrm>
            <a:off x="608353" y="964096"/>
            <a:ext cx="11144815" cy="5364472"/>
          </a:xfrm>
        </p:spPr>
        <p:txBody>
          <a:bodyPr>
            <a:normAutofit fontScale="90000"/>
          </a:bodyPr>
          <a:lstStyle/>
          <a:p>
            <a:r>
              <a:rPr lang="en-IN" sz="1800" dirty="0">
                <a:latin typeface="IBM Plex Sans" panose="020B0503050203000203" pitchFamily="34" charset="0"/>
              </a:rPr>
              <a:t>Create audit policy</a:t>
            </a:r>
            <a:br>
              <a:rPr lang="en-IN" sz="1800" dirty="0">
                <a:latin typeface="IBM Plex Sans" panose="020B0503050203000203" pitchFamily="34" charset="0"/>
              </a:rPr>
            </a:br>
            <a:br>
              <a:rPr lang="en-IN" sz="1800" dirty="0">
                <a:latin typeface="IBM Plex Sans" panose="020B0503050203000203" pitchFamily="34" charset="0"/>
              </a:rPr>
            </a:br>
            <a:r>
              <a:rPr lang="en-IN" sz="1800" b="1" dirty="0">
                <a:latin typeface="IBM Plex Mono" panose="020B0509050203000203" pitchFamily="49" charset="77"/>
              </a:rPr>
              <a:t>db2 create audit policy </a:t>
            </a:r>
            <a:r>
              <a:rPr lang="en-IN" sz="1800" b="1" dirty="0" err="1">
                <a:latin typeface="IBM Plex Mono" panose="020B0509050203000203" pitchFamily="49" charset="77"/>
              </a:rPr>
              <a:t>patching_audit</a:t>
            </a:r>
            <a:r>
              <a:rPr lang="en-IN" sz="1800" b="1" dirty="0">
                <a:latin typeface="IBM Plex Mono" panose="020B0509050203000203" pitchFamily="49" charset="77"/>
              </a:rPr>
              <a:t> categories </a:t>
            </a:r>
            <a:r>
              <a:rPr lang="en-IN" sz="1800" b="1" dirty="0" err="1">
                <a:latin typeface="IBM Plex Mono" panose="020B0509050203000203" pitchFamily="49" charset="77"/>
              </a:rPr>
              <a:t>objmaint</a:t>
            </a:r>
            <a:r>
              <a:rPr lang="en-IN" sz="1800" b="1" dirty="0">
                <a:latin typeface="IBM Plex Mono" panose="020B0509050203000203" pitchFamily="49" charset="77"/>
              </a:rPr>
              <a:t> status both error type audit</a:t>
            </a:r>
            <a:br>
              <a:rPr lang="en-IN" dirty="0"/>
            </a:br>
            <a:br>
              <a:rPr lang="en-IN" dirty="0"/>
            </a:br>
            <a:r>
              <a:rPr lang="en-IN" sz="1800" dirty="0">
                <a:latin typeface="IBM Plex Sans" panose="020B0503050203000203" pitchFamily="34" charset="0"/>
              </a:rPr>
              <a:t>Audit database using the created policy</a:t>
            </a:r>
            <a:br>
              <a:rPr lang="en-IN" dirty="0"/>
            </a:br>
            <a:br>
              <a:rPr lang="en-IN" dirty="0"/>
            </a:br>
            <a:r>
              <a:rPr lang="en-IN" sz="1800" b="1" dirty="0">
                <a:latin typeface="IBM Plex Mono" panose="020B0509050203000203" pitchFamily="49" charset="77"/>
              </a:rPr>
              <a:t>db2 audit database using policy </a:t>
            </a:r>
            <a:r>
              <a:rPr lang="en-IN" sz="1800" b="1" dirty="0" err="1">
                <a:latin typeface="IBM Plex Mono" panose="020B0509050203000203" pitchFamily="49" charset="77"/>
              </a:rPr>
              <a:t>patching_audit</a:t>
            </a:r>
            <a:br>
              <a:rPr lang="en-IN" dirty="0"/>
            </a:br>
            <a:br>
              <a:rPr lang="en-IN" dirty="0"/>
            </a:br>
            <a:r>
              <a:rPr lang="en-IN" sz="1800" dirty="0">
                <a:latin typeface="IBM Plex Sans" panose="020B0503050203000203" pitchFamily="34" charset="0"/>
              </a:rPr>
              <a:t>Verify if it’s active</a:t>
            </a:r>
            <a:br>
              <a:rPr lang="en-IN" dirty="0"/>
            </a:br>
            <a:br>
              <a:rPr lang="en-IN" dirty="0"/>
            </a:br>
            <a:r>
              <a:rPr lang="en-IN" sz="1800" b="1" dirty="0">
                <a:latin typeface="IBM Plex Mono" panose="020B0509050203000203" pitchFamily="49" charset="77"/>
              </a:rPr>
              <a:t>db2 "select * from </a:t>
            </a:r>
            <a:r>
              <a:rPr lang="en-IN" sz="1800" b="1" dirty="0" err="1">
                <a:latin typeface="IBM Plex Mono" panose="020B0509050203000203" pitchFamily="49" charset="77"/>
              </a:rPr>
              <a:t>syscat.auditpolicies</a:t>
            </a:r>
            <a:r>
              <a:rPr lang="en-IN" sz="1800" b="1" dirty="0">
                <a:latin typeface="IBM Plex Mono" panose="020B0509050203000203" pitchFamily="49" charset="77"/>
              </a:rPr>
              <a:t>"</a:t>
            </a:r>
            <a:br>
              <a:rPr lang="en-IN" sz="1800" b="1" dirty="0">
                <a:latin typeface="IBM Plex Mono" panose="020B0509050203000203" pitchFamily="49" charset="77"/>
              </a:rPr>
            </a:br>
            <a:r>
              <a:rPr lang="en-IN" sz="1800" b="1" dirty="0">
                <a:latin typeface="IBM Plex Mono" panose="020B0509050203000203" pitchFamily="49" charset="77"/>
              </a:rPr>
              <a:t>db2 "select * from </a:t>
            </a:r>
            <a:r>
              <a:rPr lang="en-IN" sz="1800" b="1" dirty="0" err="1">
                <a:latin typeface="IBM Plex Mono" panose="020B0509050203000203" pitchFamily="49" charset="77"/>
              </a:rPr>
              <a:t>syscat.audituse</a:t>
            </a:r>
            <a:r>
              <a:rPr lang="en-IN" sz="1800" b="1" dirty="0">
                <a:latin typeface="IBM Plex Mono" panose="020B0509050203000203" pitchFamily="49" charset="77"/>
              </a:rPr>
              <a:t>”</a:t>
            </a:r>
            <a:br>
              <a:rPr lang="en-IN" sz="1800" b="1" dirty="0">
                <a:latin typeface="IBM Plex Mono" panose="020B0509050203000203" pitchFamily="49" charset="77"/>
              </a:rPr>
            </a:br>
            <a:br>
              <a:rPr lang="en-IN" sz="1800" b="1" dirty="0">
                <a:latin typeface="IBM Plex Mono" panose="020B0509050203000203" pitchFamily="49" charset="77"/>
              </a:rPr>
            </a:br>
            <a:r>
              <a:rPr lang="en-IN" sz="1800" dirty="0">
                <a:latin typeface="IBM Plex Sans" panose="020B0503050203000203" pitchFamily="34" charset="0"/>
              </a:rPr>
              <a:t>To stop the database audit</a:t>
            </a:r>
            <a:br>
              <a:rPr lang="en-IN" sz="1800" b="1" dirty="0">
                <a:latin typeface="IBM Plex Mono" panose="020B0509050203000203" pitchFamily="49" charset="77"/>
              </a:rPr>
            </a:br>
            <a:br>
              <a:rPr lang="en-IN" sz="1800" b="1" dirty="0">
                <a:latin typeface="IBM Plex Mono" panose="020B0509050203000203" pitchFamily="49" charset="77"/>
              </a:rPr>
            </a:br>
            <a:r>
              <a:rPr lang="en-IN" sz="1800" b="1" dirty="0">
                <a:latin typeface="IBM Plex Mono" panose="020B0509050203000203" pitchFamily="49" charset="77"/>
              </a:rPr>
              <a:t>db2 audit database remove policy</a:t>
            </a:r>
            <a:br>
              <a:rPr lang="en-IN" sz="1800" b="1" dirty="0">
                <a:latin typeface="IBM Plex Mono" panose="020B0509050203000203" pitchFamily="49" charset="77"/>
              </a:rPr>
            </a:br>
            <a:br>
              <a:rPr lang="en-IN" sz="1800" b="1" dirty="0">
                <a:latin typeface="IBM Plex Mono" panose="020B0509050203000203" pitchFamily="49" charset="77"/>
              </a:rPr>
            </a:br>
            <a:r>
              <a:rPr lang="en-IN" sz="1800" dirty="0">
                <a:latin typeface="IBM Plex Sans" panose="020B0503050203000203" pitchFamily="34" charset="0"/>
              </a:rPr>
              <a:t>To drop the policy</a:t>
            </a:r>
            <a:br>
              <a:rPr lang="en-IN" sz="1800" b="1" dirty="0">
                <a:latin typeface="IBM Plex Mono" panose="020B0509050203000203" pitchFamily="49" charset="77"/>
              </a:rPr>
            </a:br>
            <a:br>
              <a:rPr lang="en-IN" sz="1800" b="1" dirty="0">
                <a:latin typeface="IBM Plex Mono" panose="020B0509050203000203" pitchFamily="49" charset="77"/>
              </a:rPr>
            </a:br>
            <a:r>
              <a:rPr lang="en-IN" sz="1800" b="1" dirty="0">
                <a:latin typeface="IBM Plex Mono" panose="020B0509050203000203" pitchFamily="49" charset="77"/>
              </a:rPr>
              <a:t>db2 drop audit policy </a:t>
            </a:r>
            <a:r>
              <a:rPr kumimoji="0" lang="en-IN" sz="1800" b="1" i="0" u="none" strike="noStrike" kern="1200" cap="none" spc="0" normalizeH="0" baseline="0" noProof="0" dirty="0" err="1">
                <a:ln>
                  <a:noFill/>
                </a:ln>
                <a:solidFill>
                  <a:srgbClr val="00649D"/>
                </a:solidFill>
                <a:effectLst/>
                <a:uLnTx/>
                <a:uFillTx/>
                <a:latin typeface="IBM Plex Mono" panose="020B0509050203000203" pitchFamily="49" charset="77"/>
                <a:ea typeface="+mj-ea"/>
                <a:cs typeface="+mj-cs"/>
              </a:rPr>
              <a:t>patching_audit</a:t>
            </a:r>
            <a:br>
              <a:rPr lang="en-IN" dirty="0"/>
            </a:br>
            <a:br>
              <a:rPr lang="en-IN" dirty="0"/>
            </a:br>
            <a:br>
              <a:rPr lang="en-IN" sz="1800" dirty="0">
                <a:latin typeface="IBM Plex Sans" panose="020B0503050203000203" pitchFamily="34" charset="0"/>
              </a:rPr>
            </a:br>
            <a:endParaRPr lang="en-IN" sz="2000" dirty="0">
              <a:latin typeface="IBM Plex Sans" panose="020B0503050203000203" pitchFamily="34" charset="0"/>
            </a:endParaRPr>
          </a:p>
        </p:txBody>
      </p:sp>
      <p:sp>
        <p:nvSpPr>
          <p:cNvPr id="3" name="Footer Placeholder 2">
            <a:extLst>
              <a:ext uri="{FF2B5EF4-FFF2-40B4-BE49-F238E27FC236}">
                <a16:creationId xmlns:a16="http://schemas.microsoft.com/office/drawing/2014/main" id="{4FF75E8F-5FC7-4121-7A16-1148904634CA}"/>
              </a:ext>
            </a:extLst>
          </p:cNvPr>
          <p:cNvSpPr>
            <a:spLocks noGrp="1"/>
          </p:cNvSpPr>
          <p:nvPr>
            <p:ph type="ftr" sz="quarter" idx="10"/>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rPr>
              <a:t>© Copyright IBM Corporation 2026</a:t>
            </a:r>
          </a:p>
        </p:txBody>
      </p:sp>
      <p:sp>
        <p:nvSpPr>
          <p:cNvPr id="2" name="TextBox 1">
            <a:extLst>
              <a:ext uri="{FF2B5EF4-FFF2-40B4-BE49-F238E27FC236}">
                <a16:creationId xmlns:a16="http://schemas.microsoft.com/office/drawing/2014/main" id="{AE5DEDD9-07BC-D645-3DC9-9EC68CBDD1F0}"/>
              </a:ext>
            </a:extLst>
          </p:cNvPr>
          <p:cNvSpPr txBox="1"/>
          <p:nvPr/>
        </p:nvSpPr>
        <p:spPr>
          <a:xfrm>
            <a:off x="556591" y="288235"/>
            <a:ext cx="11221279"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00649D"/>
                </a:solidFill>
                <a:effectLst/>
                <a:uLnTx/>
                <a:uFillTx/>
                <a:latin typeface="IBM Plex Sans" panose="020B0503050203000203" pitchFamily="34" charset="0"/>
                <a:ea typeface="+mn-ea"/>
                <a:cs typeface="+mn-cs"/>
              </a:rPr>
              <a:t>Database level Auditing	</a:t>
            </a:r>
          </a:p>
        </p:txBody>
      </p:sp>
    </p:spTree>
    <p:extLst>
      <p:ext uri="{BB962C8B-B14F-4D97-AF65-F5344CB8AC3E}">
        <p14:creationId xmlns:p14="http://schemas.microsoft.com/office/powerpoint/2010/main" val="10247054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a:extLst>
            <a:ext uri="{FF2B5EF4-FFF2-40B4-BE49-F238E27FC236}">
              <a16:creationId xmlns:a16="http://schemas.microsoft.com/office/drawing/2014/main" id="{C4F480F7-3213-128C-2305-DA79475561A0}"/>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5D3FCCB1-5C37-7D88-3F2B-1026F8AF26E3}"/>
              </a:ext>
            </a:extLst>
          </p:cNvPr>
          <p:cNvSpPr>
            <a:spLocks noGrp="1"/>
          </p:cNvSpPr>
          <p:nvPr>
            <p:ph type="ctrTitle"/>
          </p:nvPr>
        </p:nvSpPr>
        <p:spPr>
          <a:xfrm>
            <a:off x="608353" y="964096"/>
            <a:ext cx="11144815" cy="5364472"/>
          </a:xfrm>
        </p:spPr>
        <p:txBody>
          <a:bodyPr>
            <a:normAutofit fontScale="90000"/>
          </a:bodyPr>
          <a:lstStyle/>
          <a:p>
            <a:pPr fontAlgn="base"/>
            <a:r>
              <a:rPr lang="en-US" altLang="en-US" sz="1800" dirty="0">
                <a:latin typeface="IBM Plex Sans" panose="020B0503050203000203" pitchFamily="34" charset="0"/>
              </a:rPr>
              <a:t>-The Archive command copies the active log file to an archived log file and allows the server to continue logging to a new active log file as soon as possible.</a:t>
            </a:r>
            <a:br>
              <a:rPr lang="en-US" altLang="en-US" sz="1800" dirty="0">
                <a:latin typeface="IBM Plex Sans" panose="020B0503050203000203" pitchFamily="34" charset="0"/>
              </a:rPr>
            </a:br>
            <a:br>
              <a:rPr lang="en-US" altLang="en-US" sz="1800" dirty="0">
                <a:latin typeface="IBM Plex Sans" panose="020B0503050203000203" pitchFamily="34" charset="0"/>
              </a:rPr>
            </a:br>
            <a:r>
              <a:rPr lang="en-US" altLang="en-US" sz="1800" dirty="0">
                <a:latin typeface="IBM Plex Sans" panose="020B0503050203000203" pitchFamily="34" charset="0"/>
              </a:rPr>
              <a:t>-Use of archived audit logs allows subsequent operations such as backup, extraction and deletion to have zero effect on the performance of the server</a:t>
            </a:r>
            <a:br>
              <a:rPr lang="en-US" altLang="en-US" sz="1800" dirty="0">
                <a:latin typeface="IBM Plex Sans" panose="020B0503050203000203" pitchFamily="34" charset="0"/>
              </a:rPr>
            </a:br>
            <a:br>
              <a:rPr lang="en-US" altLang="en-US" sz="1800" dirty="0">
                <a:latin typeface="IBM Plex Sans" panose="020B0503050203000203" pitchFamily="34" charset="0"/>
              </a:rPr>
            </a:br>
            <a:r>
              <a:rPr lang="en-US" altLang="en-US" sz="1800" dirty="0">
                <a:latin typeface="IBM Plex Sans" panose="020B0503050203000203" pitchFamily="34" charset="0"/>
              </a:rPr>
              <a:t>-Archive is available both when the server is running and when it is stopped</a:t>
            </a:r>
            <a:br>
              <a:rPr lang="en-US" altLang="en-US" sz="1800" dirty="0">
                <a:latin typeface="IBM Plex Sans" panose="020B0503050203000203" pitchFamily="34" charset="0"/>
              </a:rPr>
            </a:br>
            <a:br>
              <a:rPr lang="en-US" altLang="en-US" sz="1800" dirty="0">
                <a:latin typeface="IBM Plex Sans" panose="020B0503050203000203" pitchFamily="34" charset="0"/>
              </a:rPr>
            </a:br>
            <a:r>
              <a:rPr lang="en-US" altLang="en-US" sz="1800" dirty="0">
                <a:latin typeface="IBM Plex Sans" panose="020B0503050203000203" pitchFamily="34" charset="0"/>
              </a:rPr>
              <a:t>-Available through db2audit command line tool and stored procedure</a:t>
            </a:r>
            <a:br>
              <a:rPr lang="en-US" altLang="en-US" sz="1800" dirty="0">
                <a:latin typeface="IBM Plex Sans" panose="020B0503050203000203" pitchFamily="34" charset="0"/>
              </a:rPr>
            </a:br>
            <a:br>
              <a:rPr lang="en-US" altLang="en-US" sz="1800" dirty="0">
                <a:latin typeface="IBM Plex Sans" panose="020B0503050203000203" pitchFamily="34" charset="0"/>
              </a:rPr>
            </a:br>
            <a:r>
              <a:rPr lang="en-US" altLang="en-US" sz="1800" b="1" dirty="0">
                <a:latin typeface="IBM Plex Mono" panose="020B0509050203000203" pitchFamily="49" charset="77"/>
              </a:rPr>
              <a:t>db2audit archive</a:t>
            </a:r>
            <a:br>
              <a:rPr lang="en-US" altLang="en-US" sz="1800" dirty="0">
                <a:latin typeface="IBM Plex Sans" panose="020B0503050203000203" pitchFamily="34" charset="0"/>
              </a:rPr>
            </a:br>
            <a:r>
              <a:rPr lang="en-US" altLang="en-US" sz="1800" b="1" dirty="0">
                <a:latin typeface="IBM Plex Mono" panose="020B0509050203000203" pitchFamily="49" charset="77"/>
              </a:rPr>
              <a:t>db2audit archive database &lt;</a:t>
            </a:r>
            <a:r>
              <a:rPr lang="en-US" altLang="en-US" sz="1800" b="1" dirty="0" err="1">
                <a:latin typeface="IBM Plex Mono" panose="020B0509050203000203" pitchFamily="49" charset="77"/>
              </a:rPr>
              <a:t>dbname</a:t>
            </a:r>
            <a:r>
              <a:rPr lang="en-US" altLang="en-US" sz="1800" b="1" dirty="0">
                <a:latin typeface="IBM Plex Mono" panose="020B0509050203000203" pitchFamily="49" charset="77"/>
              </a:rPr>
              <a:t>&gt;</a:t>
            </a:r>
            <a:br>
              <a:rPr lang="en-US" altLang="en-US" sz="1800" b="1" dirty="0">
                <a:latin typeface="IBM Plex Mono" panose="020B0509050203000203" pitchFamily="49" charset="77"/>
              </a:rPr>
            </a:br>
            <a:br>
              <a:rPr lang="en-US" altLang="en-US" sz="1800" b="1" dirty="0">
                <a:latin typeface="IBM Plex Mono" panose="020B0509050203000203" pitchFamily="49" charset="77"/>
              </a:rPr>
            </a:br>
            <a:r>
              <a:rPr lang="en-US" altLang="en-US" sz="1800" dirty="0">
                <a:latin typeface="IBM Plex Mono" panose="020B0509050203000203" pitchFamily="49" charset="77"/>
              </a:rPr>
              <a:t>-</a:t>
            </a:r>
            <a:r>
              <a:rPr lang="en-US" altLang="en-US" sz="1800" dirty="0">
                <a:latin typeface="IBM Plex Sans" panose="020B0503050203000203" pitchFamily="34" charset="0"/>
              </a:rPr>
              <a:t>db2audit flush can be used to write any pending audit records to the log before doing archive.</a:t>
            </a:r>
            <a:br>
              <a:rPr lang="en-US" altLang="en-US" sz="1800" b="1" dirty="0">
                <a:latin typeface="IBM Plex Mono" panose="020B0509050203000203" pitchFamily="49" charset="77"/>
              </a:rPr>
            </a:br>
            <a:br>
              <a:rPr lang="en-US" altLang="en-US" sz="1800" b="1" dirty="0">
                <a:latin typeface="IBM Plex Mono" panose="020B0509050203000203" pitchFamily="49" charset="77"/>
              </a:rPr>
            </a:br>
            <a:r>
              <a:rPr lang="en-IN" sz="2000" b="1" dirty="0">
                <a:latin typeface="IBM Plex Sans" panose="020B0503050203000203" pitchFamily="34" charset="0"/>
              </a:rPr>
              <a:t>flush</a:t>
            </a:r>
            <a:br>
              <a:rPr lang="en-IN" b="1" dirty="0"/>
            </a:br>
            <a:r>
              <a:rPr lang="en-IN" sz="1800" dirty="0">
                <a:latin typeface="IBM Plex Sans" panose="020B0503050203000203" pitchFamily="34" charset="0"/>
              </a:rPr>
              <a:t>This parameter forces any pending audit records to be written to the audit log. Also, the audit state is reset from "unable to log" to a state of "ready to log" if the audit facility is in an error state.</a:t>
            </a:r>
            <a:br>
              <a:rPr lang="en-IN" sz="1800" dirty="0">
                <a:latin typeface="IBM Plex Sans" panose="020B0503050203000203" pitchFamily="34" charset="0"/>
              </a:rPr>
            </a:br>
            <a:br>
              <a:rPr lang="en-IN" sz="1800">
                <a:latin typeface="IBM Plex Sans" panose="020B0503050203000203" pitchFamily="34" charset="0"/>
              </a:rPr>
            </a:br>
            <a:br>
              <a:rPr lang="en-IN" dirty="0"/>
            </a:br>
            <a:br>
              <a:rPr lang="en-US" altLang="en-US" dirty="0"/>
            </a:br>
            <a:br>
              <a:rPr lang="en-IN" dirty="0"/>
            </a:br>
            <a:br>
              <a:rPr lang="en-IN" dirty="0"/>
            </a:br>
            <a:br>
              <a:rPr lang="en-IN" sz="1800" dirty="0">
                <a:latin typeface="IBM Plex Sans" panose="020B0503050203000203" pitchFamily="34" charset="0"/>
              </a:rPr>
            </a:br>
            <a:endParaRPr lang="en-IN" sz="2000" dirty="0">
              <a:latin typeface="IBM Plex Sans" panose="020B0503050203000203" pitchFamily="34" charset="0"/>
            </a:endParaRPr>
          </a:p>
        </p:txBody>
      </p:sp>
      <p:sp>
        <p:nvSpPr>
          <p:cNvPr id="3" name="Footer Placeholder 2">
            <a:extLst>
              <a:ext uri="{FF2B5EF4-FFF2-40B4-BE49-F238E27FC236}">
                <a16:creationId xmlns:a16="http://schemas.microsoft.com/office/drawing/2014/main" id="{74F1AC95-BEAF-D423-F06A-5A0C5B4E7E70}"/>
              </a:ext>
            </a:extLst>
          </p:cNvPr>
          <p:cNvSpPr>
            <a:spLocks noGrp="1"/>
          </p:cNvSpPr>
          <p:nvPr>
            <p:ph type="ftr" sz="quarter" idx="10"/>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rPr>
              <a:t>© Copyright IBM Corporation 2026</a:t>
            </a:r>
          </a:p>
        </p:txBody>
      </p:sp>
      <p:sp>
        <p:nvSpPr>
          <p:cNvPr id="2" name="TextBox 1">
            <a:extLst>
              <a:ext uri="{FF2B5EF4-FFF2-40B4-BE49-F238E27FC236}">
                <a16:creationId xmlns:a16="http://schemas.microsoft.com/office/drawing/2014/main" id="{D8587036-C265-9E17-9A6B-34DC10B64C6F}"/>
              </a:ext>
            </a:extLst>
          </p:cNvPr>
          <p:cNvSpPr txBox="1"/>
          <p:nvPr/>
        </p:nvSpPr>
        <p:spPr>
          <a:xfrm>
            <a:off x="556591" y="288235"/>
            <a:ext cx="11221279"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00649D"/>
                </a:solidFill>
                <a:effectLst/>
                <a:uLnTx/>
                <a:uFillTx/>
                <a:latin typeface="IBM Plex Sans" panose="020B0503050203000203" pitchFamily="34" charset="0"/>
                <a:ea typeface="+mn-ea"/>
                <a:cs typeface="+mn-cs"/>
              </a:rPr>
              <a:t>Audit Archive	</a:t>
            </a:r>
          </a:p>
        </p:txBody>
      </p:sp>
    </p:spTree>
    <p:extLst>
      <p:ext uri="{BB962C8B-B14F-4D97-AF65-F5344CB8AC3E}">
        <p14:creationId xmlns:p14="http://schemas.microsoft.com/office/powerpoint/2010/main" val="40921292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a:extLst>
            <a:ext uri="{FF2B5EF4-FFF2-40B4-BE49-F238E27FC236}">
              <a16:creationId xmlns:a16="http://schemas.microsoft.com/office/drawing/2014/main" id="{435A0663-91C7-E4F6-C1F7-3FB32136603A}"/>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5881788A-8522-27A5-C05A-760A92A32E34}"/>
              </a:ext>
            </a:extLst>
          </p:cNvPr>
          <p:cNvSpPr>
            <a:spLocks noGrp="1"/>
          </p:cNvSpPr>
          <p:nvPr>
            <p:ph type="ctrTitle"/>
          </p:nvPr>
        </p:nvSpPr>
        <p:spPr>
          <a:xfrm>
            <a:off x="608353" y="964096"/>
            <a:ext cx="11144815" cy="5364472"/>
          </a:xfrm>
        </p:spPr>
        <p:txBody>
          <a:bodyPr>
            <a:normAutofit/>
          </a:bodyPr>
          <a:lstStyle/>
          <a:p>
            <a:r>
              <a:rPr lang="en-US" altLang="en-US" sz="1800" dirty="0">
                <a:latin typeface="IBM Plex Sans" panose="020B0503050203000203" pitchFamily="34" charset="0"/>
              </a:rPr>
              <a:t>Transforms binary audit files to either</a:t>
            </a:r>
            <a:br>
              <a:rPr lang="en-US" altLang="en-US" sz="1800" dirty="0">
                <a:latin typeface="IBM Plex Sans" panose="020B0503050203000203" pitchFamily="34" charset="0"/>
              </a:rPr>
            </a:br>
            <a:r>
              <a:rPr lang="en-US" altLang="en-US" sz="1800" dirty="0">
                <a:latin typeface="IBM Plex Sans" panose="020B0503050203000203" pitchFamily="34" charset="0"/>
              </a:rPr>
              <a:t>	-syslog</a:t>
            </a:r>
            <a:br>
              <a:rPr lang="en-US" altLang="en-US" sz="1800" dirty="0">
                <a:latin typeface="IBM Plex Sans" panose="020B0503050203000203" pitchFamily="34" charset="0"/>
              </a:rPr>
            </a:br>
            <a:r>
              <a:rPr lang="en-US" altLang="en-US" sz="1800" dirty="0">
                <a:latin typeface="IBM Plex Sans" panose="020B0503050203000203" pitchFamily="34" charset="0"/>
              </a:rPr>
              <a:t>	-flat file</a:t>
            </a:r>
            <a:br>
              <a:rPr lang="en-US" altLang="en-US" sz="1800" dirty="0">
                <a:latin typeface="IBM Plex Sans" panose="020B0503050203000203" pitchFamily="34" charset="0"/>
              </a:rPr>
            </a:br>
            <a:r>
              <a:rPr lang="en-US" altLang="en-US" sz="1800" dirty="0">
                <a:latin typeface="IBM Plex Sans" panose="020B0503050203000203" pitchFamily="34" charset="0"/>
              </a:rPr>
              <a:t>	-delimited file</a:t>
            </a:r>
            <a:br>
              <a:rPr lang="en-US" altLang="en-US" sz="1800" dirty="0">
                <a:latin typeface="IBM Plex Sans" panose="020B0503050203000203" pitchFamily="34" charset="0"/>
              </a:rPr>
            </a:br>
            <a:br>
              <a:rPr lang="en-US" altLang="en-US" sz="1800" dirty="0">
                <a:latin typeface="IBM Plex Sans" panose="020B0503050203000203" pitchFamily="34" charset="0"/>
              </a:rPr>
            </a:br>
            <a:r>
              <a:rPr lang="en-US" altLang="en-US" sz="1800" dirty="0" err="1">
                <a:latin typeface="IBM Plex Sans" panose="020B0503050203000203" pitchFamily="34" charset="0"/>
              </a:rPr>
              <a:t>eg.</a:t>
            </a:r>
            <a:r>
              <a:rPr lang="en-US" altLang="en-US" sz="1800" dirty="0">
                <a:latin typeface="IBM Plex Sans" panose="020B0503050203000203" pitchFamily="34" charset="0"/>
              </a:rPr>
              <a:t> </a:t>
            </a:r>
            <a:br>
              <a:rPr lang="en-US" altLang="en-US" sz="1800" dirty="0">
                <a:latin typeface="IBM Plex Sans" panose="020B0503050203000203" pitchFamily="34" charset="0"/>
              </a:rPr>
            </a:br>
            <a:r>
              <a:rPr lang="en-US" altLang="en-US" sz="1800" b="1" dirty="0">
                <a:latin typeface="IBM Plex Mono" panose="020B0509050203000203" pitchFamily="49" charset="77"/>
              </a:rPr>
              <a:t>db2audit extract file </a:t>
            </a:r>
            <a:r>
              <a:rPr lang="en-US" altLang="en-US" sz="1800" b="1" dirty="0" err="1">
                <a:latin typeface="IBM Plex Mono" panose="020B0509050203000203" pitchFamily="49" charset="77"/>
              </a:rPr>
              <a:t>audit_report_db.txt</a:t>
            </a:r>
            <a:r>
              <a:rPr lang="en-US" altLang="en-US" sz="1800" b="1" dirty="0">
                <a:latin typeface="IBM Plex Mono" panose="020B0509050203000203" pitchFamily="49" charset="77"/>
              </a:rPr>
              <a:t> from files db2audit.db.PATCHING.log.0.20260512202728</a:t>
            </a:r>
            <a:br>
              <a:rPr lang="en-US" altLang="en-US" sz="1800" b="1" dirty="0">
                <a:latin typeface="IBM Plex Mono" panose="020B0509050203000203" pitchFamily="49" charset="77"/>
              </a:rPr>
            </a:br>
            <a:br>
              <a:rPr lang="en-US" altLang="en-US" sz="1800" b="1" dirty="0">
                <a:latin typeface="IBM Plex Mono" panose="020B0509050203000203" pitchFamily="49" charset="77"/>
              </a:rPr>
            </a:br>
            <a:r>
              <a:rPr lang="en-US" altLang="en-US" sz="1800" b="1" dirty="0">
                <a:latin typeface="IBM Plex Mono" panose="020B0509050203000203" pitchFamily="49" charset="77"/>
              </a:rPr>
              <a:t>db2audit extract </a:t>
            </a:r>
            <a:r>
              <a:rPr lang="en-US" altLang="en-US" sz="1800" b="1" dirty="0" err="1">
                <a:latin typeface="IBM Plex Mono" panose="020B0509050203000203" pitchFamily="49" charset="77"/>
              </a:rPr>
              <a:t>delasc</a:t>
            </a:r>
            <a:r>
              <a:rPr lang="en-US" altLang="en-US" sz="1800" b="1" dirty="0">
                <a:latin typeface="IBM Plex Mono" panose="020B0509050203000203" pitchFamily="49" charset="77"/>
              </a:rPr>
              <a:t> to /home/db2inst3/</a:t>
            </a:r>
            <a:r>
              <a:rPr lang="en-US" altLang="en-US" sz="1800" b="1" dirty="0" err="1">
                <a:latin typeface="IBM Plex Mono" panose="020B0509050203000203" pitchFamily="49" charset="77"/>
              </a:rPr>
              <a:t>auditdata</a:t>
            </a:r>
            <a:r>
              <a:rPr lang="en-US" altLang="en-US" sz="1800" b="1" dirty="0">
                <a:latin typeface="IBM Plex Mono" panose="020B0509050203000203" pitchFamily="49" charset="77"/>
              </a:rPr>
              <a:t> from files db2audit.instance.log.0.20260512193137</a:t>
            </a:r>
            <a:br>
              <a:rPr lang="en-US" altLang="en-US" sz="1800" b="1" dirty="0">
                <a:latin typeface="IBM Plex Mono" panose="020B0509050203000203" pitchFamily="49" charset="77"/>
              </a:rPr>
            </a:br>
            <a:br>
              <a:rPr lang="en-US" altLang="en-US" dirty="0"/>
            </a:br>
            <a:br>
              <a:rPr lang="en-IN" dirty="0"/>
            </a:br>
            <a:br>
              <a:rPr lang="en-IN" dirty="0"/>
            </a:br>
            <a:br>
              <a:rPr lang="en-IN" sz="1800" dirty="0">
                <a:latin typeface="IBM Plex Sans" panose="020B0503050203000203" pitchFamily="34" charset="0"/>
              </a:rPr>
            </a:br>
            <a:endParaRPr lang="en-IN" sz="2000" dirty="0">
              <a:latin typeface="IBM Plex Sans" panose="020B0503050203000203" pitchFamily="34" charset="0"/>
            </a:endParaRPr>
          </a:p>
        </p:txBody>
      </p:sp>
      <p:sp>
        <p:nvSpPr>
          <p:cNvPr id="3" name="Footer Placeholder 2">
            <a:extLst>
              <a:ext uri="{FF2B5EF4-FFF2-40B4-BE49-F238E27FC236}">
                <a16:creationId xmlns:a16="http://schemas.microsoft.com/office/drawing/2014/main" id="{12BA6566-D294-C6BD-89C9-1D0761C2F1C0}"/>
              </a:ext>
            </a:extLst>
          </p:cNvPr>
          <p:cNvSpPr>
            <a:spLocks noGrp="1"/>
          </p:cNvSpPr>
          <p:nvPr>
            <p:ph type="ftr" sz="quarter" idx="10"/>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rPr>
              <a:t>© Copyright IBM Corporation 2026</a:t>
            </a:r>
          </a:p>
        </p:txBody>
      </p:sp>
      <p:sp>
        <p:nvSpPr>
          <p:cNvPr id="2" name="TextBox 1">
            <a:extLst>
              <a:ext uri="{FF2B5EF4-FFF2-40B4-BE49-F238E27FC236}">
                <a16:creationId xmlns:a16="http://schemas.microsoft.com/office/drawing/2014/main" id="{3E1D7856-9967-E0E1-BB85-A56673BCDAEC}"/>
              </a:ext>
            </a:extLst>
          </p:cNvPr>
          <p:cNvSpPr txBox="1"/>
          <p:nvPr/>
        </p:nvSpPr>
        <p:spPr>
          <a:xfrm>
            <a:off x="556591" y="288235"/>
            <a:ext cx="11221279"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00649D"/>
                </a:solidFill>
                <a:effectLst/>
                <a:uLnTx/>
                <a:uFillTx/>
                <a:latin typeface="IBM Plex Sans" panose="020B0503050203000203" pitchFamily="34" charset="0"/>
                <a:ea typeface="+mn-ea"/>
                <a:cs typeface="+mn-cs"/>
              </a:rPr>
              <a:t>Audit Extract	</a:t>
            </a:r>
          </a:p>
        </p:txBody>
      </p:sp>
    </p:spTree>
    <p:extLst>
      <p:ext uri="{BB962C8B-B14F-4D97-AF65-F5344CB8AC3E}">
        <p14:creationId xmlns:p14="http://schemas.microsoft.com/office/powerpoint/2010/main" val="15929285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a:extLst>
            <a:ext uri="{FF2B5EF4-FFF2-40B4-BE49-F238E27FC236}">
              <a16:creationId xmlns:a16="http://schemas.microsoft.com/office/drawing/2014/main" id="{331D9FE4-7CF0-287A-7F8F-66D4D684558B}"/>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1EB0720B-BE4C-C248-8CAB-0CCFCC8F0306}"/>
              </a:ext>
            </a:extLst>
          </p:cNvPr>
          <p:cNvSpPr>
            <a:spLocks noGrp="1"/>
          </p:cNvSpPr>
          <p:nvPr>
            <p:ph type="ctrTitle"/>
          </p:nvPr>
        </p:nvSpPr>
        <p:spPr>
          <a:xfrm>
            <a:off x="608353" y="964096"/>
            <a:ext cx="11144815" cy="5364472"/>
          </a:xfrm>
        </p:spPr>
        <p:txBody>
          <a:bodyPr>
            <a:normAutofit/>
          </a:bodyPr>
          <a:lstStyle/>
          <a:p>
            <a:r>
              <a:rPr lang="en-US" altLang="en-US" sz="2000" dirty="0">
                <a:latin typeface="IBM Plex Sans" panose="020B0503050203000203" pitchFamily="34" charset="0"/>
              </a:rPr>
              <a:t>-The extracted delimited audit data is stored in files such as </a:t>
            </a:r>
            <a:r>
              <a:rPr lang="en-US" altLang="en-US" sz="2000" dirty="0" err="1">
                <a:latin typeface="IBM Plex Sans" panose="020B0503050203000203" pitchFamily="34" charset="0"/>
              </a:rPr>
              <a:t>objmaint.del</a:t>
            </a:r>
            <a:r>
              <a:rPr lang="en-US" altLang="en-US" sz="2000" dirty="0">
                <a:latin typeface="IBM Plex Sans" panose="020B0503050203000203" pitchFamily="34" charset="0"/>
              </a:rPr>
              <a:t>, </a:t>
            </a:r>
            <a:r>
              <a:rPr lang="en-US" altLang="en-US" sz="2000" dirty="0" err="1">
                <a:latin typeface="IBM Plex Sans" panose="020B0503050203000203" pitchFamily="34" charset="0"/>
              </a:rPr>
              <a:t>execute.del</a:t>
            </a:r>
            <a:r>
              <a:rPr lang="en-US" altLang="en-US" sz="2000" dirty="0">
                <a:latin typeface="IBM Plex Sans" panose="020B0503050203000203" pitchFamily="34" charset="0"/>
              </a:rPr>
              <a:t>  </a:t>
            </a:r>
            <a:r>
              <a:rPr lang="en-US" altLang="en-US" sz="2000" dirty="0" err="1">
                <a:latin typeface="IBM Plex Sans" panose="020B0503050203000203" pitchFamily="34" charset="0"/>
              </a:rPr>
              <a:t>etc</a:t>
            </a:r>
            <a:br>
              <a:rPr lang="en-US" altLang="en-US" sz="2000" dirty="0">
                <a:latin typeface="IBM Plex Sans" panose="020B0503050203000203" pitchFamily="34" charset="0"/>
              </a:rPr>
            </a:br>
            <a:br>
              <a:rPr lang="en-US" altLang="en-US" sz="2000" dirty="0">
                <a:latin typeface="IBM Plex Sans" panose="020B0503050203000203" pitchFamily="34" charset="0"/>
              </a:rPr>
            </a:br>
            <a:r>
              <a:rPr lang="en-US" altLang="en-US" sz="2000" dirty="0">
                <a:latin typeface="IBM Plex Sans" panose="020B0503050203000203" pitchFamily="34" charset="0"/>
              </a:rPr>
              <a:t>-Create the tables using the script </a:t>
            </a:r>
            <a:r>
              <a:rPr lang="en-US" altLang="en-US" sz="2000" dirty="0" err="1">
                <a:latin typeface="IBM Plex Sans" panose="020B0503050203000203" pitchFamily="34" charset="0"/>
              </a:rPr>
              <a:t>audit.ddl</a:t>
            </a:r>
            <a:r>
              <a:rPr lang="en-US" altLang="en-US" sz="2000" dirty="0">
                <a:latin typeface="IBM Plex Sans" panose="020B0503050203000203" pitchFamily="34" charset="0"/>
              </a:rPr>
              <a:t> in </a:t>
            </a:r>
            <a:r>
              <a:rPr lang="en-US" altLang="en-US" sz="2000" dirty="0" err="1">
                <a:latin typeface="IBM Plex Sans" panose="020B0503050203000203" pitchFamily="34" charset="0"/>
              </a:rPr>
              <a:t>misc</a:t>
            </a:r>
            <a:r>
              <a:rPr lang="en-US" altLang="en-US" sz="2000" dirty="0">
                <a:latin typeface="IBM Plex Sans" panose="020B0503050203000203" pitchFamily="34" charset="0"/>
              </a:rPr>
              <a:t>/db2audit.ddl of product directory</a:t>
            </a:r>
            <a:br>
              <a:rPr lang="en-US" altLang="en-US" sz="2000" dirty="0">
                <a:latin typeface="IBM Plex Sans" panose="020B0503050203000203" pitchFamily="34" charset="0"/>
              </a:rPr>
            </a:br>
            <a:r>
              <a:rPr lang="en-US" altLang="en-US" sz="2000" dirty="0">
                <a:latin typeface="IBM Plex Sans" panose="020B0503050203000203" pitchFamily="34" charset="0"/>
              </a:rPr>
              <a:t>	-8 tables will be created for each category</a:t>
            </a:r>
            <a:br>
              <a:rPr lang="en-US" altLang="en-US" sz="2000" dirty="0">
                <a:latin typeface="IBM Plex Sans" panose="020B0503050203000203" pitchFamily="34" charset="0"/>
              </a:rPr>
            </a:br>
            <a:br>
              <a:rPr lang="en-US" altLang="en-US" sz="2000" dirty="0">
                <a:latin typeface="IBM Plex Sans" panose="020B0503050203000203" pitchFamily="34" charset="0"/>
              </a:rPr>
            </a:br>
            <a:r>
              <a:rPr lang="en-US" altLang="en-US" sz="2000" dirty="0">
                <a:latin typeface="IBM Plex Sans" panose="020B0503050203000203" pitchFamily="34" charset="0"/>
              </a:rPr>
              <a:t>- Load data of each delimited file into respective tables</a:t>
            </a:r>
            <a:br>
              <a:rPr lang="en-US" altLang="en-US" sz="2000" dirty="0">
                <a:latin typeface="IBM Plex Sans" panose="020B0503050203000203" pitchFamily="34" charset="0"/>
              </a:rPr>
            </a:br>
            <a:br>
              <a:rPr lang="en-US" altLang="en-US" sz="2000" dirty="0">
                <a:latin typeface="IBM Plex Sans" panose="020B0503050203000203" pitchFamily="34" charset="0"/>
              </a:rPr>
            </a:br>
            <a:r>
              <a:rPr lang="en-US" altLang="en-US" sz="2000" dirty="0" err="1">
                <a:latin typeface="IBM Plex Sans" panose="020B0503050203000203" pitchFamily="34" charset="0"/>
              </a:rPr>
              <a:t>eg.</a:t>
            </a:r>
            <a:r>
              <a:rPr lang="en-US" altLang="en-US" sz="2000" dirty="0">
                <a:latin typeface="IBM Plex Sans" panose="020B0503050203000203" pitchFamily="34" charset="0"/>
              </a:rPr>
              <a:t> </a:t>
            </a:r>
            <a:r>
              <a:rPr lang="en-IN" sz="2000" b="1" dirty="0">
                <a:latin typeface="IBM Plex Mono" panose="020B0509050203000203" pitchFamily="49" charset="77"/>
              </a:rPr>
              <a:t>db2 "import FROM </a:t>
            </a:r>
            <a:r>
              <a:rPr lang="en-IN" sz="2000" b="1" dirty="0" err="1">
                <a:latin typeface="IBM Plex Mono" panose="020B0509050203000203" pitchFamily="49" charset="77"/>
              </a:rPr>
              <a:t>objmaint.del</a:t>
            </a:r>
            <a:r>
              <a:rPr lang="en-IN" sz="2000" b="1" dirty="0">
                <a:latin typeface="IBM Plex Mono" panose="020B0509050203000203" pitchFamily="49" charset="77"/>
              </a:rPr>
              <a:t> OF DEL  LOBS FROM </a:t>
            </a:r>
            <a:r>
              <a:rPr lang="en-IN" sz="2000" b="1" dirty="0" err="1">
                <a:latin typeface="IBM Plex Mono" panose="020B0509050203000203" pitchFamily="49" charset="77"/>
              </a:rPr>
              <a:t>auditlobs</a:t>
            </a:r>
            <a:r>
              <a:rPr lang="en-IN" sz="2000" b="1" dirty="0">
                <a:latin typeface="IBM Plex Mono" panose="020B0509050203000203" pitchFamily="49" charset="77"/>
              </a:rPr>
              <a:t> </a:t>
            </a:r>
            <a:r>
              <a:rPr lang="en-IN" sz="2000" b="1" dirty="0" err="1">
                <a:latin typeface="IBM Plex Mono" panose="020B0509050203000203" pitchFamily="49" charset="77"/>
              </a:rPr>
              <a:t>commitcount</a:t>
            </a:r>
            <a:r>
              <a:rPr lang="en-IN" sz="2000" b="1" dirty="0">
                <a:latin typeface="IBM Plex Mono" panose="020B0509050203000203" pitchFamily="49" charset="77"/>
              </a:rPr>
              <a:t> 10000 INSERT INTO OBJMAINT”</a:t>
            </a:r>
            <a:br>
              <a:rPr lang="en-IN" sz="2000" dirty="0">
                <a:latin typeface="IBM Plex Sans" panose="020B0503050203000203" pitchFamily="34" charset="0"/>
              </a:rPr>
            </a:br>
            <a:br>
              <a:rPr lang="en-IN" sz="2000" dirty="0">
                <a:latin typeface="IBM Plex Sans" panose="020B0503050203000203" pitchFamily="34" charset="0"/>
              </a:rPr>
            </a:br>
            <a:r>
              <a:rPr lang="en-IN" sz="2000" dirty="0">
                <a:latin typeface="IBM Plex Sans" panose="020B0503050203000203" pitchFamily="34" charset="0"/>
              </a:rPr>
              <a:t>- Select data</a:t>
            </a:r>
            <a:br>
              <a:rPr lang="en-IN" sz="2000" dirty="0">
                <a:latin typeface="IBM Plex Sans" panose="020B0503050203000203" pitchFamily="34" charset="0"/>
              </a:rPr>
            </a:br>
            <a:br>
              <a:rPr lang="en-IN" sz="2000" dirty="0">
                <a:latin typeface="IBM Plex Sans" panose="020B0503050203000203" pitchFamily="34" charset="0"/>
              </a:rPr>
            </a:br>
            <a:r>
              <a:rPr lang="en-IN" sz="2000" b="1" dirty="0">
                <a:latin typeface="IBM Plex Mono" panose="020B0509050203000203" pitchFamily="49" charset="77"/>
              </a:rPr>
              <a:t>db2 "select TIMESTAMP, CATEGORY, EVENT, </a:t>
            </a:r>
            <a:r>
              <a:rPr lang="en-IN" sz="2000" b="1" dirty="0" err="1">
                <a:latin typeface="IBM Plex Mono" panose="020B0509050203000203" pitchFamily="49" charset="77"/>
              </a:rPr>
              <a:t>STATUS,substr</a:t>
            </a:r>
            <a:r>
              <a:rPr lang="en-IN" sz="2000" b="1" dirty="0">
                <a:latin typeface="IBM Plex Mono" panose="020B0509050203000203" pitchFamily="49" charset="77"/>
              </a:rPr>
              <a:t>(USERID,1,10) </a:t>
            </a:r>
            <a:r>
              <a:rPr lang="en-IN" sz="2000" b="1" dirty="0" err="1">
                <a:latin typeface="IBM Plex Mono" panose="020B0509050203000203" pitchFamily="49" charset="77"/>
              </a:rPr>
              <a:t>USERID,substr</a:t>
            </a:r>
            <a:r>
              <a:rPr lang="en-IN" sz="2000" b="1" dirty="0">
                <a:latin typeface="IBM Plex Mono" panose="020B0509050203000203" pitchFamily="49" charset="77"/>
              </a:rPr>
              <a:t>(AUTHID,1,10) AUTHID , </a:t>
            </a:r>
            <a:r>
              <a:rPr lang="en-IN" sz="2000" b="1" dirty="0" err="1">
                <a:latin typeface="IBM Plex Mono" panose="020B0509050203000203" pitchFamily="49" charset="77"/>
              </a:rPr>
              <a:t>substr</a:t>
            </a:r>
            <a:r>
              <a:rPr lang="en-IN" sz="2000" b="1" dirty="0">
                <a:latin typeface="IBM Plex Mono" panose="020B0509050203000203" pitchFamily="49" charset="77"/>
              </a:rPr>
              <a:t>(OBJNAME,1,20) OBJNAME,OBJTYPE ,ALTERACTION, HOSTNAME from OBJMAINT order by 1"</a:t>
            </a:r>
            <a:br>
              <a:rPr lang="en-IN" dirty="0"/>
            </a:br>
            <a:br>
              <a:rPr lang="en-IN" dirty="0"/>
            </a:br>
            <a:endParaRPr lang="en-IN" sz="2000" dirty="0">
              <a:latin typeface="IBM Plex Sans" panose="020B0503050203000203" pitchFamily="34" charset="0"/>
            </a:endParaRPr>
          </a:p>
        </p:txBody>
      </p:sp>
      <p:sp>
        <p:nvSpPr>
          <p:cNvPr id="3" name="Footer Placeholder 2">
            <a:extLst>
              <a:ext uri="{FF2B5EF4-FFF2-40B4-BE49-F238E27FC236}">
                <a16:creationId xmlns:a16="http://schemas.microsoft.com/office/drawing/2014/main" id="{E1759E17-2581-5A7E-911F-EE16718A7B27}"/>
              </a:ext>
            </a:extLst>
          </p:cNvPr>
          <p:cNvSpPr>
            <a:spLocks noGrp="1"/>
          </p:cNvSpPr>
          <p:nvPr>
            <p:ph type="ftr" sz="quarter" idx="10"/>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rPr>
              <a:t>© Copyright IBM Corporation 2026</a:t>
            </a:r>
          </a:p>
        </p:txBody>
      </p:sp>
      <p:sp>
        <p:nvSpPr>
          <p:cNvPr id="2" name="TextBox 1">
            <a:extLst>
              <a:ext uri="{FF2B5EF4-FFF2-40B4-BE49-F238E27FC236}">
                <a16:creationId xmlns:a16="http://schemas.microsoft.com/office/drawing/2014/main" id="{519562B0-1459-71B7-2D42-53C12E9187A8}"/>
              </a:ext>
            </a:extLst>
          </p:cNvPr>
          <p:cNvSpPr txBox="1"/>
          <p:nvPr/>
        </p:nvSpPr>
        <p:spPr>
          <a:xfrm>
            <a:off x="556591" y="288235"/>
            <a:ext cx="11221279"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00649D"/>
                </a:solidFill>
                <a:effectLst/>
                <a:uLnTx/>
                <a:uFillTx/>
                <a:latin typeface="IBM Plex Sans" panose="020B0503050203000203" pitchFamily="34" charset="0"/>
                <a:ea typeface="+mn-ea"/>
                <a:cs typeface="+mn-cs"/>
              </a:rPr>
              <a:t>Load Delimited data into audit tables	</a:t>
            </a:r>
          </a:p>
        </p:txBody>
      </p:sp>
    </p:spTree>
    <p:extLst>
      <p:ext uri="{BB962C8B-B14F-4D97-AF65-F5344CB8AC3E}">
        <p14:creationId xmlns:p14="http://schemas.microsoft.com/office/powerpoint/2010/main" val="37482211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a:extLst>
            <a:ext uri="{FF2B5EF4-FFF2-40B4-BE49-F238E27FC236}">
              <a16:creationId xmlns:a16="http://schemas.microsoft.com/office/drawing/2014/main" id="{D4A93289-1312-8FF5-F86D-5C17FED0A593}"/>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B4D004A1-BB0E-7E4A-7C20-048091688776}"/>
              </a:ext>
            </a:extLst>
          </p:cNvPr>
          <p:cNvSpPr>
            <a:spLocks noGrp="1"/>
          </p:cNvSpPr>
          <p:nvPr>
            <p:ph type="ctrTitle"/>
          </p:nvPr>
        </p:nvSpPr>
        <p:spPr>
          <a:xfrm>
            <a:off x="608353" y="964096"/>
            <a:ext cx="11144815" cy="5364472"/>
          </a:xfrm>
        </p:spPr>
        <p:txBody>
          <a:bodyPr>
            <a:normAutofit fontScale="90000"/>
          </a:bodyPr>
          <a:lstStyle/>
          <a:p>
            <a:r>
              <a:rPr lang="en-US" altLang="en-US" sz="1800" b="1" dirty="0">
                <a:latin typeface="IBM Plex Sans" panose="020B0503050203000203" pitchFamily="34" charset="0"/>
              </a:rPr>
              <a:t>SYSPROC.AUDIT_ARCHIVE</a:t>
            </a:r>
            <a:br>
              <a:rPr lang="en-US" altLang="en-US" sz="1800" dirty="0">
                <a:latin typeface="IBM Plex Sans" panose="020B0503050203000203" pitchFamily="34" charset="0"/>
              </a:rPr>
            </a:br>
            <a:r>
              <a:rPr lang="en-US" altLang="en-US" sz="1800" dirty="0">
                <a:latin typeface="IBM Plex Sans" panose="020B0503050203000203" pitchFamily="34" charset="0"/>
              </a:rPr>
              <a:t>Allows a SECADM to archive the active audit log for the database</a:t>
            </a:r>
            <a:br>
              <a:rPr lang="en-US" altLang="en-US" sz="1800" dirty="0">
                <a:latin typeface="IBM Plex Sans" panose="020B0503050203000203" pitchFamily="34" charset="0"/>
              </a:rPr>
            </a:br>
            <a:br>
              <a:rPr lang="en-US" altLang="en-US" sz="1800" dirty="0">
                <a:latin typeface="IBM Plex Sans" panose="020B0503050203000203" pitchFamily="34" charset="0"/>
              </a:rPr>
            </a:br>
            <a:r>
              <a:rPr lang="en-US" altLang="en-US" sz="1600" b="1" dirty="0">
                <a:latin typeface="IBM Plex Mono" panose="020B0509050203000203" pitchFamily="49" charset="77"/>
              </a:rPr>
              <a:t>db2 "  CALL SYSPROC.AUDIT_ARCHIVE(NULL, NULL)"</a:t>
            </a:r>
            <a:br>
              <a:rPr lang="en-US" altLang="en-US" sz="1800" dirty="0">
                <a:latin typeface="IBM Plex Sans" panose="020B0503050203000203" pitchFamily="34" charset="0"/>
              </a:rPr>
            </a:br>
            <a:br>
              <a:rPr lang="en-US" altLang="en-US" sz="1800" dirty="0">
                <a:latin typeface="IBM Plex Sans" panose="020B0503050203000203" pitchFamily="34" charset="0"/>
              </a:rPr>
            </a:br>
            <a:r>
              <a:rPr lang="en-US" altLang="en-US" sz="1800" b="1" dirty="0">
                <a:latin typeface="IBM Plex Sans" panose="020B0503050203000203" pitchFamily="34" charset="0"/>
              </a:rPr>
              <a:t>SYSPROC.AUDIT_LIST_LOGS</a:t>
            </a:r>
            <a:br>
              <a:rPr lang="en-US" altLang="en-US" sz="1800" dirty="0">
                <a:latin typeface="IBM Plex Sans" panose="020B0503050203000203" pitchFamily="34" charset="0"/>
              </a:rPr>
            </a:br>
            <a:r>
              <a:rPr lang="en-US" altLang="en-US" sz="1800" dirty="0">
                <a:latin typeface="IBM Plex Sans" panose="020B0503050203000203" pitchFamily="34" charset="0"/>
              </a:rPr>
              <a:t>Allows a SECADM to list the archived audit logs for the database</a:t>
            </a:r>
            <a:br>
              <a:rPr lang="en-US" altLang="en-US" sz="1800" dirty="0">
                <a:latin typeface="IBM Plex Sans" panose="020B0503050203000203" pitchFamily="34" charset="0"/>
              </a:rPr>
            </a:br>
            <a:br>
              <a:rPr lang="en-US" altLang="en-US" sz="1800" dirty="0">
                <a:latin typeface="IBM Plex Sans" panose="020B0503050203000203" pitchFamily="34" charset="0"/>
              </a:rPr>
            </a:br>
            <a:r>
              <a:rPr lang="en-US" altLang="en-US" sz="1800" b="1" dirty="0">
                <a:latin typeface="IBM Plex Mono" panose="020B0509050203000203" pitchFamily="49" charset="77"/>
              </a:rPr>
              <a:t>db2 “</a:t>
            </a:r>
            <a:r>
              <a:rPr lang="en-US" altLang="en-US" sz="1600" b="1" dirty="0">
                <a:latin typeface="IBM Plex Mono" panose="020B0509050203000203" pitchFamily="49" charset="77"/>
              </a:rPr>
              <a:t>SELECT * FROM TABLE(SYSPROC.AUDIT_LIST_LOGS('')) AS T1”</a:t>
            </a:r>
            <a:br>
              <a:rPr lang="en-US" altLang="en-US" sz="1800" dirty="0">
                <a:latin typeface="IBM Plex Sans" panose="020B0503050203000203" pitchFamily="34" charset="0"/>
              </a:rPr>
            </a:br>
            <a:br>
              <a:rPr lang="en-US" altLang="en-US" sz="1800" dirty="0">
                <a:latin typeface="IBM Plex Sans" panose="020B0503050203000203" pitchFamily="34" charset="0"/>
              </a:rPr>
            </a:br>
            <a:r>
              <a:rPr lang="en-US" altLang="en-US" sz="1800" b="1" dirty="0">
                <a:latin typeface="IBM Plex Sans" panose="020B0503050203000203" pitchFamily="34" charset="0"/>
              </a:rPr>
              <a:t>SYSPROC.AUDIT_DEL_EXTRACT</a:t>
            </a:r>
            <a:br>
              <a:rPr lang="en-US" altLang="en-US" sz="1800" dirty="0">
                <a:latin typeface="IBM Plex Sans" panose="020B0503050203000203" pitchFamily="34" charset="0"/>
              </a:rPr>
            </a:br>
            <a:r>
              <a:rPr lang="en-US" altLang="en-US" sz="1800" dirty="0">
                <a:latin typeface="IBM Plex Sans" panose="020B0503050203000203" pitchFamily="34" charset="0"/>
              </a:rPr>
              <a:t>Allows a SECADM to perform an extract of archived audit logs for the database into a delimited file</a:t>
            </a:r>
            <a:br>
              <a:rPr lang="en-US" altLang="en-US" sz="1800" dirty="0">
                <a:latin typeface="IBM Plex Sans" panose="020B0503050203000203" pitchFamily="34" charset="0"/>
              </a:rPr>
            </a:br>
            <a:br>
              <a:rPr lang="en-US" altLang="en-US" sz="1800" dirty="0">
                <a:latin typeface="IBM Plex Sans" panose="020B0503050203000203" pitchFamily="34" charset="0"/>
              </a:rPr>
            </a:br>
            <a:r>
              <a:rPr lang="en-US" altLang="en-US" sz="1600" b="1" dirty="0">
                <a:latin typeface="IBM Plex Mono" panose="020B0509050203000203" pitchFamily="49" charset="77"/>
              </a:rPr>
              <a:t>db2 “</a:t>
            </a:r>
            <a:r>
              <a:rPr lang="en-IN" sz="1600" b="1" dirty="0">
                <a:latin typeface="IBM Plex Mono" panose="020B0509050203000203" pitchFamily="49" charset="77"/>
              </a:rPr>
              <a:t>CALL SYSPROC.AUDIT_DELIM_EXTRACT(NULL, ‘/home/db2inst1/</a:t>
            </a:r>
            <a:r>
              <a:rPr lang="en-IN" sz="1600" b="1" dirty="0" err="1">
                <a:latin typeface="IBM Plex Mono" panose="020B0509050203000203" pitchFamily="49" charset="77"/>
              </a:rPr>
              <a:t>extractdata</a:t>
            </a:r>
            <a:r>
              <a:rPr lang="en-IN" sz="1600" b="1" dirty="0">
                <a:latin typeface="IBM Plex Mono" panose="020B0509050203000203" pitchFamily="49" charset="77"/>
              </a:rPr>
              <a:t>’, NULL, '% 20260513013616%’,NULL)”</a:t>
            </a:r>
            <a:br>
              <a:rPr lang="en-US" altLang="en-US" sz="1600" b="1" dirty="0">
                <a:latin typeface="IBM Plex Mono" panose="020B0509050203000203" pitchFamily="49" charset="77"/>
              </a:rPr>
            </a:br>
            <a:br>
              <a:rPr lang="en-US" altLang="en-US" sz="1800" dirty="0">
                <a:latin typeface="IBM Plex Sans" panose="020B0503050203000203" pitchFamily="34" charset="0"/>
              </a:rPr>
            </a:br>
            <a:br>
              <a:rPr lang="en-US" altLang="en-US" sz="1800" dirty="0">
                <a:latin typeface="IBM Plex Sans" panose="020B0503050203000203" pitchFamily="34" charset="0"/>
              </a:rPr>
            </a:br>
            <a:br>
              <a:rPr lang="en-US" altLang="en-US" sz="1800" b="1" dirty="0">
                <a:latin typeface="IBM Plex Mono" panose="020B0509050203000203" pitchFamily="49" charset="77"/>
              </a:rPr>
            </a:br>
            <a:br>
              <a:rPr lang="en-US" altLang="en-US" dirty="0"/>
            </a:br>
            <a:br>
              <a:rPr lang="en-IN" dirty="0"/>
            </a:br>
            <a:br>
              <a:rPr lang="en-IN" dirty="0"/>
            </a:br>
            <a:br>
              <a:rPr lang="en-IN" sz="1800" dirty="0">
                <a:latin typeface="IBM Plex Sans" panose="020B0503050203000203" pitchFamily="34" charset="0"/>
              </a:rPr>
            </a:br>
            <a:endParaRPr lang="en-IN" sz="2000" dirty="0">
              <a:latin typeface="IBM Plex Sans" panose="020B0503050203000203" pitchFamily="34" charset="0"/>
            </a:endParaRPr>
          </a:p>
        </p:txBody>
      </p:sp>
      <p:sp>
        <p:nvSpPr>
          <p:cNvPr id="3" name="Footer Placeholder 2">
            <a:extLst>
              <a:ext uri="{FF2B5EF4-FFF2-40B4-BE49-F238E27FC236}">
                <a16:creationId xmlns:a16="http://schemas.microsoft.com/office/drawing/2014/main" id="{A8F6058B-A217-6525-8B45-25C5154C98C0}"/>
              </a:ext>
            </a:extLst>
          </p:cNvPr>
          <p:cNvSpPr>
            <a:spLocks noGrp="1"/>
          </p:cNvSpPr>
          <p:nvPr>
            <p:ph type="ftr" sz="quarter" idx="10"/>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rPr>
              <a:t>© Copyright IBM Corporation 2026</a:t>
            </a:r>
          </a:p>
        </p:txBody>
      </p:sp>
      <p:sp>
        <p:nvSpPr>
          <p:cNvPr id="2" name="TextBox 1">
            <a:extLst>
              <a:ext uri="{FF2B5EF4-FFF2-40B4-BE49-F238E27FC236}">
                <a16:creationId xmlns:a16="http://schemas.microsoft.com/office/drawing/2014/main" id="{278D843D-2580-044E-A9F9-338400C36634}"/>
              </a:ext>
            </a:extLst>
          </p:cNvPr>
          <p:cNvSpPr txBox="1"/>
          <p:nvPr/>
        </p:nvSpPr>
        <p:spPr>
          <a:xfrm>
            <a:off x="556591" y="288235"/>
            <a:ext cx="11221279"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00649D"/>
                </a:solidFill>
                <a:effectLst/>
                <a:uLnTx/>
                <a:uFillTx/>
                <a:latin typeface="IBM Plex Sans" panose="020B0503050203000203" pitchFamily="34" charset="0"/>
                <a:ea typeface="+mn-ea"/>
                <a:cs typeface="+mn-cs"/>
              </a:rPr>
              <a:t>Audit Stored Procedures		</a:t>
            </a:r>
          </a:p>
        </p:txBody>
      </p:sp>
    </p:spTree>
    <p:extLst>
      <p:ext uri="{BB962C8B-B14F-4D97-AF65-F5344CB8AC3E}">
        <p14:creationId xmlns:p14="http://schemas.microsoft.com/office/powerpoint/2010/main" val="27071217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a:extLst>
            <a:ext uri="{FF2B5EF4-FFF2-40B4-BE49-F238E27FC236}">
              <a16:creationId xmlns:a16="http://schemas.microsoft.com/office/drawing/2014/main" id="{49CE9F2C-AF39-FC74-7F7B-4538455DBF33}"/>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44B442E5-5E5D-D341-4AF4-A6137746719B}"/>
              </a:ext>
            </a:extLst>
          </p:cNvPr>
          <p:cNvSpPr>
            <a:spLocks noGrp="1"/>
          </p:cNvSpPr>
          <p:nvPr>
            <p:ph type="ctrTitle"/>
          </p:nvPr>
        </p:nvSpPr>
        <p:spPr>
          <a:xfrm>
            <a:off x="608353" y="964096"/>
            <a:ext cx="11144815" cy="5364472"/>
          </a:xfrm>
        </p:spPr>
        <p:txBody>
          <a:bodyPr>
            <a:normAutofit fontScale="90000"/>
          </a:bodyPr>
          <a:lstStyle/>
          <a:p>
            <a:br>
              <a:rPr lang="en-US" altLang="en-US" sz="2000" dirty="0">
                <a:latin typeface="IBM Plex Sans" panose="020B0503050203000203" pitchFamily="34" charset="0"/>
              </a:rPr>
            </a:br>
            <a:r>
              <a:rPr lang="en-US" altLang="en-US" sz="2000" dirty="0">
                <a:latin typeface="IBM Plex Sans" panose="020B0503050203000203" pitchFamily="34" charset="0"/>
              </a:rPr>
              <a:t>-The performance of audit is very dependent on the type of workload</a:t>
            </a:r>
            <a:br>
              <a:rPr lang="en-US" altLang="en-US" sz="2000" dirty="0">
                <a:latin typeface="IBM Plex Sans" panose="020B0503050203000203" pitchFamily="34" charset="0"/>
              </a:rPr>
            </a:br>
            <a:r>
              <a:rPr lang="en-US" altLang="en-US" sz="2000" dirty="0">
                <a:latin typeface="IBM Plex Sans" panose="020B0503050203000203" pitchFamily="34" charset="0"/>
              </a:rPr>
              <a:t>	-OLTP has a higher overhead than warehousing</a:t>
            </a:r>
            <a:br>
              <a:rPr lang="en-US" altLang="en-US" sz="2000" dirty="0">
                <a:latin typeface="IBM Plex Sans" panose="020B0503050203000203" pitchFamily="34" charset="0"/>
              </a:rPr>
            </a:br>
            <a:br>
              <a:rPr lang="en-US" altLang="en-US" sz="2000" dirty="0">
                <a:latin typeface="IBM Plex Sans" panose="020B0503050203000203" pitchFamily="34" charset="0"/>
              </a:rPr>
            </a:br>
            <a:r>
              <a:rPr lang="en-US" altLang="en-US" sz="2000" dirty="0">
                <a:latin typeface="IBM Plex Sans" panose="020B0503050203000203" pitchFamily="34" charset="0"/>
              </a:rPr>
              <a:t>-The performance of audit is very dependent on the speed of the disks</a:t>
            </a:r>
            <a:br>
              <a:rPr lang="en-US" altLang="en-US" sz="2000" dirty="0">
                <a:latin typeface="IBM Plex Sans" panose="020B0503050203000203" pitchFamily="34" charset="0"/>
              </a:rPr>
            </a:br>
            <a:r>
              <a:rPr lang="en-US" altLang="en-US" sz="2000" dirty="0">
                <a:latin typeface="IBM Plex Sans" panose="020B0503050203000203" pitchFamily="34" charset="0"/>
              </a:rPr>
              <a:t>	-Use fast disks</a:t>
            </a:r>
            <a:br>
              <a:rPr lang="en-US" altLang="en-US" sz="2000" dirty="0">
                <a:latin typeface="IBM Plex Sans" panose="020B0503050203000203" pitchFamily="34" charset="0"/>
              </a:rPr>
            </a:br>
            <a:br>
              <a:rPr lang="en-US" altLang="en-US" sz="2000" dirty="0">
                <a:latin typeface="IBM Plex Sans" panose="020B0503050203000203" pitchFamily="34" charset="0"/>
              </a:rPr>
            </a:br>
            <a:r>
              <a:rPr lang="en-US" altLang="en-US" sz="2000" dirty="0">
                <a:latin typeface="IBM Plex Sans" panose="020B0503050203000203" pitchFamily="34" charset="0"/>
              </a:rPr>
              <a:t>-Isolate audit data from other database data on separate disks</a:t>
            </a:r>
            <a:br>
              <a:rPr lang="en-US" altLang="en-US" sz="2000" dirty="0">
                <a:latin typeface="IBM Plex Sans" panose="020B0503050203000203" pitchFamily="34" charset="0"/>
              </a:rPr>
            </a:br>
            <a:br>
              <a:rPr lang="en-US" altLang="en-US" sz="2000" dirty="0">
                <a:latin typeface="IBM Plex Sans" panose="020B0503050203000203" pitchFamily="34" charset="0"/>
              </a:rPr>
            </a:br>
            <a:r>
              <a:rPr lang="en-US" altLang="en-US" sz="2000" dirty="0">
                <a:latin typeface="IBM Plex Sans" panose="020B0503050203000203" pitchFamily="34" charset="0"/>
              </a:rPr>
              <a:t>-Separate active audit log and archived audit logs</a:t>
            </a:r>
            <a:br>
              <a:rPr lang="en-US" altLang="en-US" sz="2000" dirty="0">
                <a:latin typeface="IBM Plex Sans" panose="020B0503050203000203" pitchFamily="34" charset="0"/>
              </a:rPr>
            </a:br>
            <a:br>
              <a:rPr lang="en-US" altLang="en-US" sz="2000" dirty="0">
                <a:latin typeface="IBM Plex Sans" panose="020B0503050203000203" pitchFamily="34" charset="0"/>
              </a:rPr>
            </a:br>
            <a:r>
              <a:rPr lang="en-US" altLang="en-US" sz="2000" dirty="0">
                <a:latin typeface="IBM Plex Sans" panose="020B0503050203000203" pitchFamily="34" charset="0"/>
              </a:rPr>
              <a:t>-Use individual disks for each partition in DPF</a:t>
            </a:r>
            <a:br>
              <a:rPr lang="en-US" altLang="en-US" sz="2000" dirty="0">
                <a:latin typeface="IBM Plex Sans" panose="020B0503050203000203" pitchFamily="34" charset="0"/>
              </a:rPr>
            </a:br>
            <a:br>
              <a:rPr lang="en-US" altLang="en-US" sz="2000" dirty="0">
                <a:latin typeface="IBM Plex Sans" panose="020B0503050203000203" pitchFamily="34" charset="0"/>
              </a:rPr>
            </a:br>
            <a:r>
              <a:rPr lang="en-US" altLang="en-US" sz="2000" dirty="0">
                <a:latin typeface="IBM Plex Sans" panose="020B0503050203000203" pitchFamily="34" charset="0"/>
              </a:rPr>
              <a:t>-Use audit daemon to buffer writes (AUDIT_BUF_SZ &gt; 0)</a:t>
            </a:r>
            <a:br>
              <a:rPr lang="en-US" altLang="en-US" sz="2000" dirty="0">
                <a:latin typeface="IBM Plex Sans" panose="020B0503050203000203" pitchFamily="34" charset="0"/>
              </a:rPr>
            </a:br>
            <a:br>
              <a:rPr lang="en-US" altLang="en-US" sz="2000" dirty="0">
                <a:latin typeface="IBM Plex Sans" panose="020B0503050203000203" pitchFamily="34" charset="0"/>
              </a:rPr>
            </a:br>
            <a:r>
              <a:rPr lang="en-US" altLang="en-US" sz="2000" dirty="0">
                <a:latin typeface="IBM Plex Sans" panose="020B0503050203000203" pitchFamily="34" charset="0"/>
              </a:rPr>
              <a:t>-The performance of audit is very dependent on the number of events generated</a:t>
            </a:r>
            <a:br>
              <a:rPr lang="en-US" altLang="en-US" sz="2000" dirty="0">
                <a:latin typeface="IBM Plex Sans" panose="020B0503050203000203" pitchFamily="34" charset="0"/>
              </a:rPr>
            </a:br>
            <a:r>
              <a:rPr lang="en-US" altLang="en-US" sz="2000" dirty="0">
                <a:latin typeface="IBM Plex Sans" panose="020B0503050203000203" pitchFamily="34" charset="0"/>
              </a:rPr>
              <a:t>	-Use Audit Policies to only audit what is absolutely necessary</a:t>
            </a:r>
            <a:br>
              <a:rPr lang="en-US" altLang="en-US" sz="2000" dirty="0">
                <a:latin typeface="IBM Plex Sans" panose="020B0503050203000203" pitchFamily="34" charset="0"/>
              </a:rPr>
            </a:br>
            <a:r>
              <a:rPr lang="en-US" altLang="en-US" sz="2000" dirty="0">
                <a:latin typeface="IBM Plex Sans" panose="020B0503050203000203" pitchFamily="34" charset="0"/>
              </a:rPr>
              <a:t>	-CONTEXT and EXECUTE are the heaviest categories, the others have little impact</a:t>
            </a:r>
            <a:br>
              <a:rPr lang="en-US" altLang="en-US" sz="2000" dirty="0">
                <a:latin typeface="IBM Plex Sans" panose="020B0503050203000203" pitchFamily="34" charset="0"/>
              </a:rPr>
            </a:br>
            <a:br>
              <a:rPr lang="en-US" altLang="en-US" sz="1800" dirty="0">
                <a:latin typeface="IBM Plex Sans" panose="020B0503050203000203" pitchFamily="34" charset="0"/>
              </a:rPr>
            </a:br>
            <a:br>
              <a:rPr lang="en-US" altLang="en-US" sz="1800" dirty="0">
                <a:latin typeface="IBM Plex Sans" panose="020B0503050203000203" pitchFamily="34" charset="0"/>
              </a:rPr>
            </a:br>
            <a:br>
              <a:rPr lang="en-US" altLang="en-US" sz="1800" b="1" dirty="0">
                <a:latin typeface="IBM Plex Mono" panose="020B0509050203000203" pitchFamily="49" charset="77"/>
              </a:rPr>
            </a:br>
            <a:br>
              <a:rPr lang="en-US" altLang="en-US" dirty="0"/>
            </a:br>
            <a:br>
              <a:rPr lang="en-IN" dirty="0"/>
            </a:br>
            <a:br>
              <a:rPr lang="en-IN" dirty="0"/>
            </a:br>
            <a:br>
              <a:rPr lang="en-IN" sz="1800" dirty="0">
                <a:latin typeface="IBM Plex Sans" panose="020B0503050203000203" pitchFamily="34" charset="0"/>
              </a:rPr>
            </a:br>
            <a:endParaRPr lang="en-IN" sz="2000" dirty="0">
              <a:latin typeface="IBM Plex Sans" panose="020B0503050203000203" pitchFamily="34" charset="0"/>
            </a:endParaRPr>
          </a:p>
        </p:txBody>
      </p:sp>
      <p:sp>
        <p:nvSpPr>
          <p:cNvPr id="3" name="Footer Placeholder 2">
            <a:extLst>
              <a:ext uri="{FF2B5EF4-FFF2-40B4-BE49-F238E27FC236}">
                <a16:creationId xmlns:a16="http://schemas.microsoft.com/office/drawing/2014/main" id="{9CEDD83D-6D16-0F65-92D0-310378DFB353}"/>
              </a:ext>
            </a:extLst>
          </p:cNvPr>
          <p:cNvSpPr>
            <a:spLocks noGrp="1"/>
          </p:cNvSpPr>
          <p:nvPr>
            <p:ph type="ftr" sz="quarter" idx="10"/>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rPr>
              <a:t>© Copyright IBM Corporation 2026</a:t>
            </a:r>
          </a:p>
        </p:txBody>
      </p:sp>
      <p:sp>
        <p:nvSpPr>
          <p:cNvPr id="2" name="TextBox 1">
            <a:extLst>
              <a:ext uri="{FF2B5EF4-FFF2-40B4-BE49-F238E27FC236}">
                <a16:creationId xmlns:a16="http://schemas.microsoft.com/office/drawing/2014/main" id="{7BAC83AD-03D1-9613-669E-A31DC5FFD470}"/>
              </a:ext>
            </a:extLst>
          </p:cNvPr>
          <p:cNvSpPr txBox="1"/>
          <p:nvPr/>
        </p:nvSpPr>
        <p:spPr>
          <a:xfrm>
            <a:off x="556591" y="288235"/>
            <a:ext cx="11221279"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00649D"/>
                </a:solidFill>
                <a:effectLst/>
                <a:uLnTx/>
                <a:uFillTx/>
                <a:latin typeface="IBM Plex Sans" panose="020B0503050203000203" pitchFamily="34" charset="0"/>
                <a:ea typeface="+mn-ea"/>
                <a:cs typeface="+mn-cs"/>
              </a:rPr>
              <a:t>Audit Performance			</a:t>
            </a:r>
          </a:p>
        </p:txBody>
      </p:sp>
    </p:spTree>
    <p:extLst>
      <p:ext uri="{BB962C8B-B14F-4D97-AF65-F5344CB8AC3E}">
        <p14:creationId xmlns:p14="http://schemas.microsoft.com/office/powerpoint/2010/main" val="19680077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5" name="Title 4"/>
          <p:cNvSpPr>
            <a:spLocks noGrp="1"/>
          </p:cNvSpPr>
          <p:nvPr>
            <p:ph type="ctrTitle"/>
          </p:nvPr>
        </p:nvSpPr>
        <p:spPr>
          <a:xfrm>
            <a:off x="588475" y="508001"/>
            <a:ext cx="11144815" cy="3602181"/>
          </a:xfrm>
        </p:spPr>
        <p:txBody>
          <a:bodyPr>
            <a:normAutofit/>
          </a:bodyPr>
          <a:lstStyle/>
          <a:p>
            <a:br>
              <a:rPr lang="en-IN" sz="2600" dirty="0"/>
            </a:br>
            <a:r>
              <a:rPr lang="en-IN" sz="2600" dirty="0"/>
              <a:t>Questions ?</a:t>
            </a:r>
            <a:br>
              <a:rPr lang="en-IN" sz="1600" dirty="0"/>
            </a:br>
            <a:br>
              <a:rPr lang="en-IN" sz="1600" dirty="0"/>
            </a:br>
            <a:br>
              <a:rPr lang="en-IN" sz="1600" dirty="0"/>
            </a:br>
            <a:br>
              <a:rPr lang="en-IN" sz="1600" dirty="0"/>
            </a:br>
            <a:br>
              <a:rPr lang="en-IN" sz="1600" dirty="0"/>
            </a:br>
            <a:br>
              <a:rPr lang="en-IN" sz="1600" dirty="0"/>
            </a:br>
            <a:br>
              <a:rPr lang="en-IN" sz="1600" dirty="0"/>
            </a:br>
            <a:endParaRPr lang="en-IN" sz="1600" dirty="0"/>
          </a:p>
        </p:txBody>
      </p:sp>
      <p:sp>
        <p:nvSpPr>
          <p:cNvPr id="3" name="Footer Placeholder 2">
            <a:extLst>
              <a:ext uri="{FF2B5EF4-FFF2-40B4-BE49-F238E27FC236}">
                <a16:creationId xmlns:a16="http://schemas.microsoft.com/office/drawing/2014/main" id="{9B5E15F6-50E9-43E4-9862-B2830DF51F32}"/>
              </a:ext>
            </a:extLst>
          </p:cNvPr>
          <p:cNvSpPr>
            <a:spLocks noGrp="1"/>
          </p:cNvSpPr>
          <p:nvPr>
            <p:ph type="ftr" sz="quarter" idx="10"/>
          </p:nvPr>
        </p:nvSpPr>
        <p:spPr/>
        <p:txBody>
          <a:bodyPr/>
          <a:lstStyle/>
          <a:p>
            <a:pPr>
              <a:defRPr/>
            </a:pPr>
            <a:r>
              <a:rPr lang="en-US" dirty="0"/>
              <a:t>© Copyright IBM Corporation 2009, 2020</a:t>
            </a:r>
          </a:p>
        </p:txBody>
      </p:sp>
      <p:pic>
        <p:nvPicPr>
          <p:cNvPr id="2" name="Picture 1">
            <a:extLst>
              <a:ext uri="{FF2B5EF4-FFF2-40B4-BE49-F238E27FC236}">
                <a16:creationId xmlns:a16="http://schemas.microsoft.com/office/drawing/2014/main" id="{F4C06103-0911-EF7A-4D29-31F7DBD801D3}"/>
              </a:ext>
            </a:extLst>
          </p:cNvPr>
          <p:cNvPicPr>
            <a:picLocks noChangeAspect="1"/>
          </p:cNvPicPr>
          <p:nvPr/>
        </p:nvPicPr>
        <p:blipFill>
          <a:blip r:embed="rId3"/>
          <a:stretch>
            <a:fillRect/>
          </a:stretch>
        </p:blipFill>
        <p:spPr>
          <a:xfrm>
            <a:off x="3357494" y="2433639"/>
            <a:ext cx="4295637" cy="3112396"/>
          </a:xfrm>
          <a:prstGeom prst="rect">
            <a:avLst/>
          </a:prstGeom>
        </p:spPr>
      </p:pic>
    </p:spTree>
    <p:extLst>
      <p:ext uri="{BB962C8B-B14F-4D97-AF65-F5344CB8AC3E}">
        <p14:creationId xmlns:p14="http://schemas.microsoft.com/office/powerpoint/2010/main" val="336960899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5756</TotalTime>
  <Words>1729</Words>
  <Application>Microsoft Macintosh PowerPoint</Application>
  <PresentationFormat>Widescreen</PresentationFormat>
  <Paragraphs>60</Paragraphs>
  <Slides>15</Slides>
  <Notes>15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Arial</vt:lpstr>
      <vt:lpstr>Calibri</vt:lpstr>
      <vt:lpstr>Calibri Light</vt:lpstr>
      <vt:lpstr>IBM Plex Mono</vt:lpstr>
      <vt:lpstr>IBM Plex Sans</vt:lpstr>
      <vt:lpstr>Segoe UI</vt:lpstr>
      <vt:lpstr>Office Theme</vt:lpstr>
      <vt:lpstr>Db2 Auditing </vt:lpstr>
      <vt:lpstr>-To protect against and discover unknown or unacceptable behaviors, you can monitor data access by using the Db2 audit facility.  -Predefined set of events that are logged to disk when they occur  -8 categories gather the events into manageable groups   -can be enabled at both instance and database level  -Archive and extract allows you to manage and view the logs  -Output can be redirected to a text file or delimited file  -Success and Failures can be audited  -Captures WHEN,WHERE,WHAT,WHO  </vt:lpstr>
      <vt:lpstr>PowerPoint Presentation</vt:lpstr>
      <vt:lpstr> -Audit (AUDIT). Generates records when audit settings are changed or when the audit log is accessed.  -Authorization Checking (CHECKING). Generates records during authorization checking of attempts to access or manipulate Db2 database objects or functions.  -Object Maintenance (OBJMAINT). Generates records when creating or dropping data objects, and when altering certain objects.  -Security Maintenance (SECMAINT). Generates records when:  -Granting or revoking object privileges or database authorities  -Granting or revoking security labels or exemptions  -Altering the group authorization, role authorization, or override or restrict attributes of an LBAC   security policy  -Granting or revoking the SETSESSIONUSER privilege  -Modifying any of the SYSADM_GROUP, SYSCTRL_GROUP, SYSMAINT_GROUP, or  SYSMON_GROUP configuration parameters.  -System Administration (SYSADMIN). Generates records when operations requiring SYSADM, SYSMAINT, or SYSCTRL authority are performed. </vt:lpstr>
      <vt:lpstr>-User Validation (VALIDATE). Generates records when authenticating users or retrieving system security information.  -Operation Context (CONTEXT). Generates records to show the operation context when a database operation is performed.   -Execute (EXECUTE). Generates records during the execution of SQL statements.  Different events audited can be found in https://www.ibm.com/docs/en/db2/11.5.x?topic=layouts-audit-events  </vt:lpstr>
      <vt:lpstr>-Auditing within DB2 is configured at two levels  -Instance – via db2audit tool  -Database – via Audit Policy database objects  -Similar categories for each level  -Only Audit Policies within the database support fine grained configuration  -An  audit policy is a database object that holds an instance of the audit configuration  Ex.  CREATE AUDIT POLICY SENSITIVE_DATA_POL   CATEGORIES OBJMAINT STATUS BOTH,     SECMAINT STATUS BOTH   ERROR TYPE NORMAL;   -Can be used within a database to provide granular audit capabilities   </vt:lpstr>
      <vt:lpstr>Audit policies can be associated with a number of database objects to control what is audited  -The database itself  -Tables  -Authorities such as SYSADM, DBADM and SECADM  -Users and groups  -Roles  -Trusted Connections  This granularity allows a narrowed focus on exactly what needs to be audited  An Audit Policy is associated with a database object using the AUDIT statement Many objects can be audited according to a single audit policy Only one audit policy can be associated with any one object  AUDIT AUTHORITY DBADM, ROLE MARKETING   USING POLICY SENSITIVE_DATA_POL;   </vt:lpstr>
      <vt:lpstr>Configured using db2audit command  eg.   db2audit configure datapath /auditdata db2audit configure archivepath /archivedata db2audit configure scope sysadmin status both  To start,   db2audit start  To stop,  db2audit stop  To check current settings  db2audit describe   </vt:lpstr>
      <vt:lpstr>Create audit policy  db2 create audit policy patching_audit categories objmaint status both error type audit  Audit database using the created policy  db2 audit database using policy patching_audit  Verify if it’s active  db2 "select * from syscat.auditpolicies" db2 "select * from syscat.audituse”  To stop the database audit  db2 audit database remove policy  To drop the policy  db2 drop audit policy patching_audit   </vt:lpstr>
      <vt:lpstr>-The Archive command copies the active log file to an archived log file and allows the server to continue logging to a new active log file as soon as possible.  -Use of archived audit logs allows subsequent operations such as backup, extraction and deletion to have zero effect on the performance of the server  -Archive is available both when the server is running and when it is stopped  -Available through db2audit command line tool and stored procedure  db2audit archive db2audit archive database &lt;dbname&gt;  -db2audit flush can be used to write any pending audit records to the log before doing archive.  flush This parameter forces any pending audit records to be written to the audit log. Also, the audit state is reset from "unable to log" to a state of "ready to log" if the audit facility is in an error state.       </vt:lpstr>
      <vt:lpstr>Transforms binary audit files to either  -syslog  -flat file  -delimited file  eg.  db2audit extract file audit_report_db.txt from files db2audit.db.PATCHING.log.0.20260512202728  db2audit extract delasc to /home/db2inst3/auditdata from files db2audit.instance.log.0.20260512193137     </vt:lpstr>
      <vt:lpstr>-The extracted delimited audit data is stored in files such as objmaint.del, execute.del  etc  -Create the tables using the script audit.ddl in misc/db2audit.ddl of product directory  -8 tables will be created for each category  - Load data of each delimited file into respective tables  eg. db2 "import FROM objmaint.del OF DEL  LOBS FROM auditlobs commitcount 10000 INSERT INTO OBJMAINT”  - Select data  db2 "select TIMESTAMP, CATEGORY, EVENT, STATUS,substr(USERID,1,10) USERID,substr(AUTHID,1,10) AUTHID , substr(OBJNAME,1,20) OBJNAME,OBJTYPE ,ALTERACTION, HOSTNAME from OBJMAINT order by 1"  </vt:lpstr>
      <vt:lpstr>SYSPROC.AUDIT_ARCHIVE Allows a SECADM to archive the active audit log for the database  db2 "  CALL SYSPROC.AUDIT_ARCHIVE(NULL, NULL)"  SYSPROC.AUDIT_LIST_LOGS Allows a SECADM to list the archived audit logs for the database  db2 “SELECT * FROM TABLE(SYSPROC.AUDIT_LIST_LOGS('')) AS T1”  SYSPROC.AUDIT_DEL_EXTRACT Allows a SECADM to perform an extract of archived audit logs for the database into a delimited file  db2 “CALL SYSPROC.AUDIT_DELIM_EXTRACT(NULL, ‘/home/db2inst1/extractdata’, NULL, '% 20260513013616%’,NULL)”        </vt:lpstr>
      <vt:lpstr> -The performance of audit is very dependent on the type of workload  -OLTP has a higher overhead than warehousing  -The performance of audit is very dependent on the speed of the disks  -Use fast disks  -Isolate audit data from other database data on separate disks  -Separate active audit log and archived audit logs  -Use individual disks for each partition in DPF  -Use audit daemon to buffer writes (AUDIT_BUF_SZ &gt; 0)  -The performance of audit is very dependent on the number of events generated  -Use Audit Policies to only audit what is absolutely necessary  -CONTEXT and EXECUTE are the heaviest categories, the others have little impact        </vt:lpstr>
      <vt:lpstr> Questions ?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Performance monitor using db2mon </dc:title>
  <dc:creator>kanishkamandal@yahoo.com</dc:creator>
  <cp:lastModifiedBy>Vaisakh Gopal</cp:lastModifiedBy>
  <cp:revision>117</cp:revision>
  <dcterms:created xsi:type="dcterms:W3CDTF">2021-07-26T04:42:08Z</dcterms:created>
  <dcterms:modified xsi:type="dcterms:W3CDTF">2026-05-13T12:01:35Z</dcterms:modified>
</cp:coreProperties>
</file>